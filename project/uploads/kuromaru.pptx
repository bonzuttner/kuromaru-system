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573000" cy="12573000"/>
  <p:notesSz cx="12573000" cy="12573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38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73000" cy="11134725"/>
          </a:xfrm>
          <a:prstGeom prst="rect">
            <a:avLst/>
          </a:prstGeom>
          <a:ln w="9525">
            <a:solidFill>
              <a:srgbClr val="B9C2CC"/>
            </a:solidFill>
            <a:prstDash val="solid"/>
          </a:ln>
          <a:effectLst>
            <a:outerShdw blurRad="285750" dist="95250" dir="5400000" algn="bl" rotWithShape="0">
              <a:srgbClr val="283747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525" y="9525"/>
            <a:ext cx="12553950" cy="390525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42875" y="109538"/>
            <a:ext cx="190500" cy="190500"/>
          </a:xfrm>
          <a:prstGeom prst="roundRect">
            <a:avLst>
              <a:gd name="adj" fmla="val 15000"/>
            </a:avLst>
          </a:prstGeom>
          <a:ln w="14288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9063" y="123825"/>
            <a:ext cx="238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625" y="104775"/>
            <a:ext cx="10825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黒丸表 / 湿布薬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30176" y="126206"/>
            <a:ext cx="6000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キリン堂様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1120512" y="95250"/>
            <a:ext cx="1309613" cy="219075"/>
          </a:xfrm>
          <a:prstGeom prst="roundRect">
            <a:avLst>
              <a:gd name="adj" fmla="val 13043"/>
            </a:avLst>
          </a:prstGeom>
          <a:solidFill>
            <a:srgbClr val="2F82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206237" y="133350"/>
            <a:ext cx="12143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案A · Excel罫線ベース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525" y="400050"/>
            <a:ext cx="12553950" cy="357188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25" y="747713"/>
            <a:ext cx="1255395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23825" y="495300"/>
            <a:ext cx="1131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更新日 2025/12/14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255068" y="516731"/>
            <a:ext cx="9525" cy="114300"/>
          </a:xfrm>
          <a:prstGeom prst="rect">
            <a:avLst/>
          </a:prstGeom>
          <a:solidFill>
            <a:srgbClr val="C6CF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340793" y="495300"/>
            <a:ext cx="30733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単位を変更すると ● と展開数・集計が自動再計算されます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11104959" y="457200"/>
            <a:ext cx="643533" cy="23336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1209734" y="495300"/>
            <a:ext cx="5101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CSV取込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11805642" y="457200"/>
            <a:ext cx="643533" cy="23336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910417" y="495300"/>
            <a:ext cx="5101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CSV書出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9525" y="3152775"/>
            <a:ext cx="12553950" cy="1905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458200" y="757238"/>
            <a:ext cx="9525" cy="239553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42875" y="871538"/>
            <a:ext cx="1009650" cy="228600"/>
          </a:xfrm>
          <a:prstGeom prst="rect">
            <a:avLst/>
          </a:prstGeom>
          <a:solidFill>
            <a:srgbClr val="EEF4F0"/>
          </a:solidFill>
          <a:ln w="9525">
            <a:solidFill>
              <a:srgbClr val="B8D4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28600" y="900113"/>
            <a:ext cx="914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カテゴリ 湿布薬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28725" y="914400"/>
            <a:ext cx="200938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使用商品 5 / 対象店舗 339店（本番）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42875" y="1176338"/>
            <a:ext cx="8181975" cy="1423988"/>
          </a:xfrm>
          <a:prstGeom prst="rect">
            <a:avLst/>
          </a:prstGeom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52400" y="1185863"/>
            <a:ext cx="83820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52400" y="1466850"/>
            <a:ext cx="8382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8107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09550" y="1233488"/>
            <a:ext cx="7905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商品No.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990600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990600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44599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09650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2455515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2455515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91090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2474565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3920430" y="1185863"/>
            <a:ext cx="146499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3920430" y="1466850"/>
            <a:ext cx="146499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37589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939480" y="1233488"/>
            <a:ext cx="14173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5385420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5385420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84081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404470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6850335" y="1185863"/>
            <a:ext cx="146499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6850335" y="1466850"/>
            <a:ext cx="146499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830580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69385" y="1233488"/>
            <a:ext cx="14173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152400" y="1476375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152400" y="1747838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98107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209550" y="1533525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商品名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990600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244599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1047750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サロンパス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2455515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391090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2512665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メルジン・ロキエフェクト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3920430" y="1747838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537589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3977580" y="1533525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フェイタスジクサス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5385420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684081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5442570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バンテリン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850335" y="1747838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830580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6907485" y="1533525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アンメルツ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152400" y="1757363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152400" y="2028825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98107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209550" y="1814513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CD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990600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244599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1009650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K80221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2455515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391090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2474565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K80222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3920430" y="2028825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537589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3939480" y="1814513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K80223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5385420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80"/>
          <p:cNvSpPr/>
          <p:nvPr/>
        </p:nvSpPr>
        <p:spPr>
          <a:xfrm>
            <a:off x="684081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5404470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K80224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6850335" y="2028825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3"/>
          <p:cNvSpPr/>
          <p:nvPr/>
        </p:nvSpPr>
        <p:spPr>
          <a:xfrm>
            <a:off x="830580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6869385" y="1814513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K80225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152400" y="2038350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8" name="Shape 86"/>
          <p:cNvSpPr/>
          <p:nvPr/>
        </p:nvSpPr>
        <p:spPr>
          <a:xfrm>
            <a:off x="152400" y="2309813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7"/>
          <p:cNvSpPr/>
          <p:nvPr/>
        </p:nvSpPr>
        <p:spPr>
          <a:xfrm>
            <a:off x="98107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/>
          <p:cNvSpPr/>
          <p:nvPr/>
        </p:nvSpPr>
        <p:spPr>
          <a:xfrm>
            <a:off x="209550" y="2095500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JAN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990600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244599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1009650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9999999990762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455515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5" name="Shape 93"/>
          <p:cNvSpPr/>
          <p:nvPr/>
        </p:nvSpPr>
        <p:spPr>
          <a:xfrm>
            <a:off x="391090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6" name="Text 94"/>
          <p:cNvSpPr/>
          <p:nvPr/>
        </p:nvSpPr>
        <p:spPr>
          <a:xfrm>
            <a:off x="2474565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9999999990779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920430" y="2309813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96"/>
          <p:cNvSpPr/>
          <p:nvPr/>
        </p:nvSpPr>
        <p:spPr>
          <a:xfrm>
            <a:off x="537589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9" name="Text 97"/>
          <p:cNvSpPr/>
          <p:nvPr/>
        </p:nvSpPr>
        <p:spPr>
          <a:xfrm>
            <a:off x="3939480" y="2095500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9999999990786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385420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99"/>
          <p:cNvSpPr/>
          <p:nvPr/>
        </p:nvSpPr>
        <p:spPr>
          <a:xfrm>
            <a:off x="684081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100"/>
          <p:cNvSpPr/>
          <p:nvPr/>
        </p:nvSpPr>
        <p:spPr>
          <a:xfrm>
            <a:off x="5404470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9999999990793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850335" y="2309813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4" name="Shape 102"/>
          <p:cNvSpPr/>
          <p:nvPr/>
        </p:nvSpPr>
        <p:spPr>
          <a:xfrm>
            <a:off x="830580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5" name="Text 103"/>
          <p:cNvSpPr/>
          <p:nvPr/>
        </p:nvSpPr>
        <p:spPr>
          <a:xfrm>
            <a:off x="6869385" y="2095500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9999999990809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52400" y="2319338"/>
            <a:ext cx="838200" cy="271463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7" name="Shape 105"/>
          <p:cNvSpPr/>
          <p:nvPr/>
        </p:nvSpPr>
        <p:spPr>
          <a:xfrm>
            <a:off x="98107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8" name="Text 106"/>
          <p:cNvSpPr/>
          <p:nvPr/>
        </p:nvSpPr>
        <p:spPr>
          <a:xfrm>
            <a:off x="209550" y="2376488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送付店舗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244599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108"/>
          <p:cNvSpPr/>
          <p:nvPr/>
        </p:nvSpPr>
        <p:spPr>
          <a:xfrm>
            <a:off x="1009650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170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391090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2" name="Text 110"/>
          <p:cNvSpPr/>
          <p:nvPr/>
        </p:nvSpPr>
        <p:spPr>
          <a:xfrm>
            <a:off x="2474565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537589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4" name="Text 112"/>
          <p:cNvSpPr/>
          <p:nvPr/>
        </p:nvSpPr>
        <p:spPr>
          <a:xfrm>
            <a:off x="3939480" y="2376488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684081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5404470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7" name="Shape 115"/>
          <p:cNvSpPr/>
          <p:nvPr/>
        </p:nvSpPr>
        <p:spPr>
          <a:xfrm>
            <a:off x="830580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8" name="Text 116"/>
          <p:cNvSpPr/>
          <p:nvPr/>
        </p:nvSpPr>
        <p:spPr>
          <a:xfrm>
            <a:off x="6869385" y="2376488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42875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入稿期限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142875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121" name="Shape 119"/>
          <p:cNvSpPr/>
          <p:nvPr/>
        </p:nvSpPr>
        <p:spPr>
          <a:xfrm>
            <a:off x="982042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2" name="Text 120"/>
          <p:cNvSpPr/>
          <p:nvPr/>
        </p:nvSpPr>
        <p:spPr>
          <a:xfrm>
            <a:off x="1124917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店舗着</a:t>
            </a:r>
            <a:endParaRPr lang="en-US" sz="825" dirty="0"/>
          </a:p>
        </p:txBody>
      </p:sp>
      <p:sp>
        <p:nvSpPr>
          <p:cNvPr id="123" name="Text 121"/>
          <p:cNvSpPr/>
          <p:nvPr/>
        </p:nvSpPr>
        <p:spPr>
          <a:xfrm>
            <a:off x="1124917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124" name="Shape 122"/>
          <p:cNvSpPr/>
          <p:nvPr/>
        </p:nvSpPr>
        <p:spPr>
          <a:xfrm>
            <a:off x="1964085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5" name="Text 123"/>
          <p:cNvSpPr/>
          <p:nvPr/>
        </p:nvSpPr>
        <p:spPr>
          <a:xfrm>
            <a:off x="2106960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ラウンダー</a:t>
            </a:r>
            <a:endParaRPr lang="en-US" sz="825" dirty="0"/>
          </a:p>
        </p:txBody>
      </p:sp>
      <p:sp>
        <p:nvSpPr>
          <p:cNvPr id="126" name="Text 124"/>
          <p:cNvSpPr/>
          <p:nvPr/>
        </p:nvSpPr>
        <p:spPr>
          <a:xfrm>
            <a:off x="2106960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2026/01/26</a:t>
            </a:r>
            <a:endParaRPr lang="en-US" sz="825" dirty="0"/>
          </a:p>
        </p:txBody>
      </p:sp>
      <p:sp>
        <p:nvSpPr>
          <p:cNvPr id="127" name="Shape 125"/>
          <p:cNvSpPr/>
          <p:nvPr/>
        </p:nvSpPr>
        <p:spPr>
          <a:xfrm>
            <a:off x="2946127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8" name="Text 126"/>
          <p:cNvSpPr/>
          <p:nvPr/>
        </p:nvSpPr>
        <p:spPr>
          <a:xfrm>
            <a:off x="3089002" y="2695575"/>
            <a:ext cx="969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帯 / 同梱</a:t>
            </a:r>
            <a:endParaRPr lang="en-US" sz="825" dirty="0"/>
          </a:p>
        </p:txBody>
      </p:sp>
      <p:sp>
        <p:nvSpPr>
          <p:cNvPr id="129" name="Text 127"/>
          <p:cNvSpPr/>
          <p:nvPr/>
        </p:nvSpPr>
        <p:spPr>
          <a:xfrm>
            <a:off x="3089002" y="2881313"/>
            <a:ext cx="969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パターン1 / 販促×</a:t>
            </a:r>
            <a:endParaRPr lang="en-US" sz="825" dirty="0"/>
          </a:p>
        </p:txBody>
      </p:sp>
      <p:sp>
        <p:nvSpPr>
          <p:cNvPr id="130" name="Shape 128"/>
          <p:cNvSpPr/>
          <p:nvPr/>
        </p:nvSpPr>
        <p:spPr>
          <a:xfrm>
            <a:off x="8467725" y="757238"/>
            <a:ext cx="4095750" cy="239553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1" name="Text 129"/>
          <p:cNvSpPr/>
          <p:nvPr/>
        </p:nvSpPr>
        <p:spPr>
          <a:xfrm>
            <a:off x="8601075" y="871538"/>
            <a:ext cx="42119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棚割りイメージ（単位別 見本）</a:t>
            </a:r>
            <a:endParaRPr lang="en-US" sz="825" dirty="0"/>
          </a:p>
        </p:txBody>
      </p:sp>
      <p:sp>
        <p:nvSpPr>
          <p:cNvPr id="132" name="Shape 130"/>
          <p:cNvSpPr/>
          <p:nvPr/>
        </p:nvSpPr>
        <p:spPr>
          <a:xfrm>
            <a:off x="8601075" y="1104900"/>
            <a:ext cx="3829050" cy="618827"/>
          </a:xfrm>
          <a:prstGeom prst="rect">
            <a:avLst/>
          </a:prstGeom>
          <a:solidFill>
            <a:srgbClr val="FFFFFF"/>
          </a:solidFill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Shape 131"/>
          <p:cNvSpPr/>
          <p:nvPr/>
        </p:nvSpPr>
        <p:spPr>
          <a:xfrm>
            <a:off x="8610600" y="1114425"/>
            <a:ext cx="3810000" cy="228600"/>
          </a:xfrm>
          <a:prstGeom prst="rect">
            <a:avLst/>
          </a:prstGeom>
          <a:solidFill>
            <a:srgbClr val="EE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4" name="Shape 132"/>
          <p:cNvSpPr/>
          <p:nvPr/>
        </p:nvSpPr>
        <p:spPr>
          <a:xfrm>
            <a:off x="8610600" y="1333500"/>
            <a:ext cx="38100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5" name="Text 133"/>
          <p:cNvSpPr/>
          <p:nvPr/>
        </p:nvSpPr>
        <p:spPr>
          <a:xfrm>
            <a:off x="8686800" y="1152525"/>
            <a:ext cx="3771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5・6・7・8本単位 → 棚割り数 5（全5商品）</a:t>
            </a:r>
            <a:endParaRPr lang="en-US" sz="750" dirty="0"/>
          </a:p>
        </p:txBody>
      </p:sp>
      <p:pic>
        <p:nvPicPr>
          <p:cNvPr id="1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43025"/>
            <a:ext cx="3810000" cy="371177"/>
          </a:xfrm>
          <a:prstGeom prst="rect">
            <a:avLst/>
          </a:prstGeom>
        </p:spPr>
      </p:pic>
      <p:sp>
        <p:nvSpPr>
          <p:cNvPr id="137" name="Shape 134"/>
          <p:cNvSpPr/>
          <p:nvPr/>
        </p:nvSpPr>
        <p:spPr>
          <a:xfrm>
            <a:off x="8601075" y="1818977"/>
            <a:ext cx="3829050" cy="654993"/>
          </a:xfrm>
          <a:prstGeom prst="rect">
            <a:avLst/>
          </a:prstGeom>
          <a:solidFill>
            <a:srgbClr val="FFFFFF"/>
          </a:solidFill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hape 135"/>
          <p:cNvSpPr/>
          <p:nvPr/>
        </p:nvSpPr>
        <p:spPr>
          <a:xfrm>
            <a:off x="8610600" y="1828502"/>
            <a:ext cx="3810000" cy="228600"/>
          </a:xfrm>
          <a:prstGeom prst="rect">
            <a:avLst/>
          </a:prstGeom>
          <a:solidFill>
            <a:srgbClr val="FB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9" name="Shape 136"/>
          <p:cNvSpPr/>
          <p:nvPr/>
        </p:nvSpPr>
        <p:spPr>
          <a:xfrm>
            <a:off x="8610600" y="2047577"/>
            <a:ext cx="38100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0" name="Text 137"/>
          <p:cNvSpPr/>
          <p:nvPr/>
        </p:nvSpPr>
        <p:spPr>
          <a:xfrm>
            <a:off x="8686800" y="1866602"/>
            <a:ext cx="3771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B5502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4本単位 → 棚割り数 4（②③④⑤ / ①除く）</a:t>
            </a:r>
            <a:endParaRPr lang="en-US" sz="750" dirty="0"/>
          </a:p>
        </p:txBody>
      </p:sp>
      <p:pic>
        <p:nvPicPr>
          <p:cNvPr id="1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057102"/>
            <a:ext cx="3810000" cy="407343"/>
          </a:xfrm>
          <a:prstGeom prst="rect">
            <a:avLst/>
          </a:prstGeom>
        </p:spPr>
      </p:pic>
      <p:sp>
        <p:nvSpPr>
          <p:cNvPr id="142" name="Shape 138"/>
          <p:cNvSpPr/>
          <p:nvPr/>
        </p:nvSpPr>
        <p:spPr>
          <a:xfrm>
            <a:off x="9525" y="3171825"/>
            <a:ext cx="12553950" cy="333375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3" name="Shape 139"/>
          <p:cNvSpPr/>
          <p:nvPr/>
        </p:nvSpPr>
        <p:spPr>
          <a:xfrm>
            <a:off x="9525" y="3495675"/>
            <a:ext cx="1255395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4" name="Shape 140"/>
          <p:cNvSpPr/>
          <p:nvPr/>
        </p:nvSpPr>
        <p:spPr>
          <a:xfrm>
            <a:off x="9525" y="3171825"/>
            <a:ext cx="65722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5" name="Shape 141"/>
          <p:cNvSpPr/>
          <p:nvPr/>
        </p:nvSpPr>
        <p:spPr>
          <a:xfrm>
            <a:off x="657225" y="3171825"/>
            <a:ext cx="9525" cy="323850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6" name="Text 142"/>
          <p:cNvSpPr/>
          <p:nvPr/>
        </p:nvSpPr>
        <p:spPr>
          <a:xfrm>
            <a:off x="161925" y="3248025"/>
            <a:ext cx="419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黒丸表</a:t>
            </a:r>
            <a:endParaRPr lang="en-US" sz="900" dirty="0"/>
          </a:p>
        </p:txBody>
      </p:sp>
      <p:sp>
        <p:nvSpPr>
          <p:cNvPr id="147" name="Shape 143"/>
          <p:cNvSpPr/>
          <p:nvPr/>
        </p:nvSpPr>
        <p:spPr>
          <a:xfrm>
            <a:off x="1768227" y="3171825"/>
            <a:ext cx="9525" cy="323850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8" name="Text 144"/>
          <p:cNvSpPr/>
          <p:nvPr/>
        </p:nvSpPr>
        <p:spPr>
          <a:xfrm>
            <a:off x="819150" y="3248025"/>
            <a:ext cx="8728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発送情報リスト</a:t>
            </a:r>
            <a:endParaRPr lang="en-US" sz="900" dirty="0"/>
          </a:p>
        </p:txBody>
      </p:sp>
      <p:sp>
        <p:nvSpPr>
          <p:cNvPr id="149" name="Shape 145"/>
          <p:cNvSpPr/>
          <p:nvPr/>
        </p:nvSpPr>
        <p:spPr>
          <a:xfrm>
            <a:off x="14288" y="3505200"/>
            <a:ext cx="12544425" cy="290513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0" name="Shape 146"/>
          <p:cNvSpPr/>
          <p:nvPr/>
        </p:nvSpPr>
        <p:spPr>
          <a:xfrm>
            <a:off x="1145158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1" name="Text 147"/>
          <p:cNvSpPr/>
          <p:nvPr/>
        </p:nvSpPr>
        <p:spPr>
          <a:xfrm>
            <a:off x="71438" y="3562350"/>
            <a:ext cx="10927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エリア</a:t>
            </a:r>
            <a:endParaRPr lang="en-US" sz="825" dirty="0"/>
          </a:p>
        </p:txBody>
      </p:sp>
      <p:sp>
        <p:nvSpPr>
          <p:cNvPr id="152" name="Shape 148"/>
          <p:cNvSpPr/>
          <p:nvPr/>
        </p:nvSpPr>
        <p:spPr>
          <a:xfrm>
            <a:off x="2285554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3" name="Text 149"/>
          <p:cNvSpPr/>
          <p:nvPr/>
        </p:nvSpPr>
        <p:spPr>
          <a:xfrm>
            <a:off x="1211833" y="3562350"/>
            <a:ext cx="10927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BL名</a:t>
            </a:r>
            <a:endParaRPr lang="en-US" sz="825" dirty="0"/>
          </a:p>
        </p:txBody>
      </p:sp>
      <p:sp>
        <p:nvSpPr>
          <p:cNvPr id="154" name="Shape 150"/>
          <p:cNvSpPr/>
          <p:nvPr/>
        </p:nvSpPr>
        <p:spPr>
          <a:xfrm>
            <a:off x="3425949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5" name="Text 151"/>
          <p:cNvSpPr/>
          <p:nvPr/>
        </p:nvSpPr>
        <p:spPr>
          <a:xfrm>
            <a:off x="2295079" y="3562350"/>
            <a:ext cx="11308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店番</a:t>
            </a:r>
            <a:endParaRPr lang="en-US" sz="825" dirty="0"/>
          </a:p>
        </p:txBody>
      </p:sp>
      <p:sp>
        <p:nvSpPr>
          <p:cNvPr id="156" name="Shape 152"/>
          <p:cNvSpPr/>
          <p:nvPr/>
        </p:nvSpPr>
        <p:spPr>
          <a:xfrm>
            <a:off x="4566345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7" name="Text 153"/>
          <p:cNvSpPr/>
          <p:nvPr/>
        </p:nvSpPr>
        <p:spPr>
          <a:xfrm>
            <a:off x="3492624" y="3562350"/>
            <a:ext cx="10927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店舗名称</a:t>
            </a:r>
            <a:endParaRPr lang="en-US" sz="825" dirty="0"/>
          </a:p>
        </p:txBody>
      </p:sp>
      <p:sp>
        <p:nvSpPr>
          <p:cNvPr id="158" name="Shape 154"/>
          <p:cNvSpPr/>
          <p:nvPr/>
        </p:nvSpPr>
        <p:spPr>
          <a:xfrm>
            <a:off x="5706740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9" name="Text 155"/>
          <p:cNvSpPr/>
          <p:nvPr/>
        </p:nvSpPr>
        <p:spPr>
          <a:xfrm>
            <a:off x="4575870" y="3562350"/>
            <a:ext cx="11308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単位</a:t>
            </a:r>
            <a:endParaRPr lang="en-US" sz="825" dirty="0"/>
          </a:p>
        </p:txBody>
      </p:sp>
      <p:sp>
        <p:nvSpPr>
          <p:cNvPr id="160" name="Shape 156"/>
          <p:cNvSpPr/>
          <p:nvPr/>
        </p:nvSpPr>
        <p:spPr>
          <a:xfrm>
            <a:off x="6847136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1" name="Text 157"/>
          <p:cNvSpPr/>
          <p:nvPr/>
        </p:nvSpPr>
        <p:spPr>
          <a:xfrm>
            <a:off x="5697215" y="3562350"/>
            <a:ext cx="11689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展開</a:t>
            </a:r>
            <a:endParaRPr lang="en-US" sz="825" dirty="0"/>
          </a:p>
        </p:txBody>
      </p:sp>
      <p:sp>
        <p:nvSpPr>
          <p:cNvPr id="162" name="Shape 158"/>
          <p:cNvSpPr/>
          <p:nvPr/>
        </p:nvSpPr>
        <p:spPr>
          <a:xfrm>
            <a:off x="7987531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3" name="Text 159"/>
          <p:cNvSpPr/>
          <p:nvPr/>
        </p:nvSpPr>
        <p:spPr>
          <a:xfrm>
            <a:off x="6837611" y="3562350"/>
            <a:ext cx="11689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</a:t>
            </a:r>
            <a:endParaRPr lang="en-US" sz="900" dirty="0"/>
          </a:p>
        </p:txBody>
      </p:sp>
      <p:sp>
        <p:nvSpPr>
          <p:cNvPr id="164" name="Shape 160"/>
          <p:cNvSpPr/>
          <p:nvPr/>
        </p:nvSpPr>
        <p:spPr>
          <a:xfrm>
            <a:off x="9127927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5" name="Text 161"/>
          <p:cNvSpPr/>
          <p:nvPr/>
        </p:nvSpPr>
        <p:spPr>
          <a:xfrm>
            <a:off x="7978006" y="3562350"/>
            <a:ext cx="11689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</a:t>
            </a:r>
            <a:endParaRPr lang="en-US" sz="900" dirty="0"/>
          </a:p>
        </p:txBody>
      </p:sp>
      <p:sp>
        <p:nvSpPr>
          <p:cNvPr id="166" name="Shape 162"/>
          <p:cNvSpPr/>
          <p:nvPr/>
        </p:nvSpPr>
        <p:spPr>
          <a:xfrm>
            <a:off x="10268322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7" name="Text 163"/>
          <p:cNvSpPr/>
          <p:nvPr/>
        </p:nvSpPr>
        <p:spPr>
          <a:xfrm>
            <a:off x="9118402" y="3562350"/>
            <a:ext cx="11689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</a:t>
            </a:r>
            <a:endParaRPr lang="en-US" sz="900" dirty="0"/>
          </a:p>
        </p:txBody>
      </p:sp>
      <p:sp>
        <p:nvSpPr>
          <p:cNvPr id="168" name="Shape 164"/>
          <p:cNvSpPr/>
          <p:nvPr/>
        </p:nvSpPr>
        <p:spPr>
          <a:xfrm>
            <a:off x="11408718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9" name="Text 165"/>
          <p:cNvSpPr/>
          <p:nvPr/>
        </p:nvSpPr>
        <p:spPr>
          <a:xfrm>
            <a:off x="10258797" y="3562350"/>
            <a:ext cx="1168971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</a:t>
            </a:r>
            <a:endParaRPr lang="en-US" sz="900" dirty="0"/>
          </a:p>
        </p:txBody>
      </p:sp>
      <p:sp>
        <p:nvSpPr>
          <p:cNvPr id="170" name="Shape 166"/>
          <p:cNvSpPr/>
          <p:nvPr/>
        </p:nvSpPr>
        <p:spPr>
          <a:xfrm>
            <a:off x="12549188" y="3505200"/>
            <a:ext cx="9525" cy="290513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1" name="Text 167"/>
          <p:cNvSpPr/>
          <p:nvPr/>
        </p:nvSpPr>
        <p:spPr>
          <a:xfrm>
            <a:off x="11399193" y="3562350"/>
            <a:ext cx="1169045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</a:t>
            </a:r>
            <a:endParaRPr lang="en-US" sz="900" dirty="0"/>
          </a:p>
        </p:txBody>
      </p:sp>
      <p:sp>
        <p:nvSpPr>
          <p:cNvPr id="172" name="Shape 168"/>
          <p:cNvSpPr/>
          <p:nvPr/>
        </p:nvSpPr>
        <p:spPr>
          <a:xfrm>
            <a:off x="14288" y="379571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3" name="Shape 169"/>
          <p:cNvSpPr/>
          <p:nvPr/>
        </p:nvSpPr>
        <p:spPr>
          <a:xfrm>
            <a:off x="14288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4" name="Text 170"/>
          <p:cNvSpPr/>
          <p:nvPr/>
        </p:nvSpPr>
        <p:spPr>
          <a:xfrm>
            <a:off x="80963" y="38433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175" name="Shape 171"/>
          <p:cNvSpPr/>
          <p:nvPr/>
        </p:nvSpPr>
        <p:spPr>
          <a:xfrm>
            <a:off x="1154683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6" name="Text 172"/>
          <p:cNvSpPr/>
          <p:nvPr/>
        </p:nvSpPr>
        <p:spPr>
          <a:xfrm>
            <a:off x="1221358" y="38433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三重ブロック</a:t>
            </a:r>
            <a:endParaRPr lang="en-US" sz="825" dirty="0"/>
          </a:p>
        </p:txBody>
      </p:sp>
      <p:sp>
        <p:nvSpPr>
          <p:cNvPr id="177" name="Shape 173"/>
          <p:cNvSpPr/>
          <p:nvPr/>
        </p:nvSpPr>
        <p:spPr>
          <a:xfrm>
            <a:off x="2295079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8" name="Text 174"/>
          <p:cNvSpPr/>
          <p:nvPr/>
        </p:nvSpPr>
        <p:spPr>
          <a:xfrm>
            <a:off x="2304604" y="384333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0064</a:t>
            </a:r>
            <a:endParaRPr lang="en-US" sz="825" dirty="0"/>
          </a:p>
        </p:txBody>
      </p:sp>
      <p:sp>
        <p:nvSpPr>
          <p:cNvPr id="179" name="Shape 175"/>
          <p:cNvSpPr/>
          <p:nvPr/>
        </p:nvSpPr>
        <p:spPr>
          <a:xfrm>
            <a:off x="3435474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0" name="Text 176"/>
          <p:cNvSpPr/>
          <p:nvPr/>
        </p:nvSpPr>
        <p:spPr>
          <a:xfrm>
            <a:off x="3502149" y="38433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亀山店</a:t>
            </a:r>
            <a:endParaRPr lang="en-US" sz="825" dirty="0"/>
          </a:p>
        </p:txBody>
      </p:sp>
      <p:sp>
        <p:nvSpPr>
          <p:cNvPr id="181" name="Shape 177"/>
          <p:cNvSpPr/>
          <p:nvPr/>
        </p:nvSpPr>
        <p:spPr>
          <a:xfrm>
            <a:off x="4575870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2" name="Shape 178"/>
          <p:cNvSpPr/>
          <p:nvPr/>
        </p:nvSpPr>
        <p:spPr>
          <a:xfrm>
            <a:off x="4609207" y="382666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207" y="3826669"/>
            <a:ext cx="1073721" cy="180975"/>
          </a:xfrm>
          <a:prstGeom prst="rect">
            <a:avLst/>
          </a:prstGeom>
        </p:spPr>
      </p:pic>
      <p:sp>
        <p:nvSpPr>
          <p:cNvPr id="184" name="Shape 179"/>
          <p:cNvSpPr/>
          <p:nvPr/>
        </p:nvSpPr>
        <p:spPr>
          <a:xfrm>
            <a:off x="5716265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5" name="Text 180"/>
          <p:cNvSpPr/>
          <p:nvPr/>
        </p:nvSpPr>
        <p:spPr>
          <a:xfrm>
            <a:off x="5706740" y="38433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—</a:t>
            </a:r>
            <a:endParaRPr lang="en-US" sz="825" dirty="0"/>
          </a:p>
        </p:txBody>
      </p:sp>
      <p:sp>
        <p:nvSpPr>
          <p:cNvPr id="186" name="Shape 181"/>
          <p:cNvSpPr/>
          <p:nvPr/>
        </p:nvSpPr>
        <p:spPr>
          <a:xfrm>
            <a:off x="6856661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7" name="Shape 182"/>
          <p:cNvSpPr/>
          <p:nvPr/>
        </p:nvSpPr>
        <p:spPr>
          <a:xfrm>
            <a:off x="7997056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8" name="Shape 183"/>
          <p:cNvSpPr/>
          <p:nvPr/>
        </p:nvSpPr>
        <p:spPr>
          <a:xfrm>
            <a:off x="9137452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9" name="Shape 184"/>
          <p:cNvSpPr/>
          <p:nvPr/>
        </p:nvSpPr>
        <p:spPr>
          <a:xfrm>
            <a:off x="10277847" y="37957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0" name="Shape 185"/>
          <p:cNvSpPr/>
          <p:nvPr/>
        </p:nvSpPr>
        <p:spPr>
          <a:xfrm>
            <a:off x="11418243" y="3795713"/>
            <a:ext cx="114047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1" name="Shape 186"/>
          <p:cNvSpPr/>
          <p:nvPr/>
        </p:nvSpPr>
        <p:spPr>
          <a:xfrm>
            <a:off x="14288" y="403860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2" name="Shape 187"/>
          <p:cNvSpPr/>
          <p:nvPr/>
        </p:nvSpPr>
        <p:spPr>
          <a:xfrm>
            <a:off x="14288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3" name="Text 188"/>
          <p:cNvSpPr/>
          <p:nvPr/>
        </p:nvSpPr>
        <p:spPr>
          <a:xfrm>
            <a:off x="80963" y="40862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194" name="Shape 189"/>
          <p:cNvSpPr/>
          <p:nvPr/>
        </p:nvSpPr>
        <p:spPr>
          <a:xfrm>
            <a:off x="1154683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5" name="Text 190"/>
          <p:cNvSpPr/>
          <p:nvPr/>
        </p:nvSpPr>
        <p:spPr>
          <a:xfrm>
            <a:off x="1221358" y="40862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北陸ブロック</a:t>
            </a:r>
            <a:endParaRPr lang="en-US" sz="825" dirty="0"/>
          </a:p>
        </p:txBody>
      </p:sp>
      <p:sp>
        <p:nvSpPr>
          <p:cNvPr id="196" name="Shape 191"/>
          <p:cNvSpPr/>
          <p:nvPr/>
        </p:nvSpPr>
        <p:spPr>
          <a:xfrm>
            <a:off x="2295079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7" name="Text 192"/>
          <p:cNvSpPr/>
          <p:nvPr/>
        </p:nvSpPr>
        <p:spPr>
          <a:xfrm>
            <a:off x="2304604" y="408622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0147</a:t>
            </a:r>
            <a:endParaRPr lang="en-US" sz="825" dirty="0"/>
          </a:p>
        </p:txBody>
      </p:sp>
      <p:sp>
        <p:nvSpPr>
          <p:cNvPr id="198" name="Shape 193"/>
          <p:cNvSpPr/>
          <p:nvPr/>
        </p:nvSpPr>
        <p:spPr>
          <a:xfrm>
            <a:off x="3435474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9" name="Text 194"/>
          <p:cNvSpPr/>
          <p:nvPr/>
        </p:nvSpPr>
        <p:spPr>
          <a:xfrm>
            <a:off x="3502149" y="40862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アピタ松任店</a:t>
            </a:r>
            <a:endParaRPr lang="en-US" sz="825" dirty="0"/>
          </a:p>
        </p:txBody>
      </p:sp>
      <p:sp>
        <p:nvSpPr>
          <p:cNvPr id="200" name="Shape 195"/>
          <p:cNvSpPr/>
          <p:nvPr/>
        </p:nvSpPr>
        <p:spPr>
          <a:xfrm>
            <a:off x="4575870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1" name="Shape 196"/>
          <p:cNvSpPr/>
          <p:nvPr/>
        </p:nvSpPr>
        <p:spPr>
          <a:xfrm>
            <a:off x="4609207" y="406955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207" y="4069556"/>
            <a:ext cx="1073721" cy="180975"/>
          </a:xfrm>
          <a:prstGeom prst="rect">
            <a:avLst/>
          </a:prstGeom>
        </p:spPr>
      </p:pic>
      <p:sp>
        <p:nvSpPr>
          <p:cNvPr id="203" name="Shape 197"/>
          <p:cNvSpPr/>
          <p:nvPr/>
        </p:nvSpPr>
        <p:spPr>
          <a:xfrm>
            <a:off x="5716265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4" name="Text 198"/>
          <p:cNvSpPr/>
          <p:nvPr/>
        </p:nvSpPr>
        <p:spPr>
          <a:xfrm>
            <a:off x="5706740" y="40862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—</a:t>
            </a:r>
            <a:endParaRPr lang="en-US" sz="825" dirty="0"/>
          </a:p>
        </p:txBody>
      </p:sp>
      <p:sp>
        <p:nvSpPr>
          <p:cNvPr id="205" name="Shape 199"/>
          <p:cNvSpPr/>
          <p:nvPr/>
        </p:nvSpPr>
        <p:spPr>
          <a:xfrm>
            <a:off x="6856661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6" name="Shape 200"/>
          <p:cNvSpPr/>
          <p:nvPr/>
        </p:nvSpPr>
        <p:spPr>
          <a:xfrm>
            <a:off x="7997056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7" name="Shape 201"/>
          <p:cNvSpPr/>
          <p:nvPr/>
        </p:nvSpPr>
        <p:spPr>
          <a:xfrm>
            <a:off x="9137452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8" name="Shape 202"/>
          <p:cNvSpPr/>
          <p:nvPr/>
        </p:nvSpPr>
        <p:spPr>
          <a:xfrm>
            <a:off x="10277847" y="40386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9" name="Shape 203"/>
          <p:cNvSpPr/>
          <p:nvPr/>
        </p:nvSpPr>
        <p:spPr>
          <a:xfrm>
            <a:off x="11418243" y="4038600"/>
            <a:ext cx="114047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0" name="Shape 204"/>
          <p:cNvSpPr/>
          <p:nvPr/>
        </p:nvSpPr>
        <p:spPr>
          <a:xfrm>
            <a:off x="14288" y="428148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1" name="Shape 205"/>
          <p:cNvSpPr/>
          <p:nvPr/>
        </p:nvSpPr>
        <p:spPr>
          <a:xfrm>
            <a:off x="14288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2" name="Text 206"/>
          <p:cNvSpPr/>
          <p:nvPr/>
        </p:nvSpPr>
        <p:spPr>
          <a:xfrm>
            <a:off x="80963" y="43291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213" name="Shape 207"/>
          <p:cNvSpPr/>
          <p:nvPr/>
        </p:nvSpPr>
        <p:spPr>
          <a:xfrm>
            <a:off x="1154683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4" name="Text 208"/>
          <p:cNvSpPr/>
          <p:nvPr/>
        </p:nvSpPr>
        <p:spPr>
          <a:xfrm>
            <a:off x="1221358" y="43291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奈良第１ブロック</a:t>
            </a:r>
            <a:endParaRPr lang="en-US" sz="825" dirty="0"/>
          </a:p>
        </p:txBody>
      </p:sp>
      <p:sp>
        <p:nvSpPr>
          <p:cNvPr id="215" name="Shape 209"/>
          <p:cNvSpPr/>
          <p:nvPr/>
        </p:nvSpPr>
        <p:spPr>
          <a:xfrm>
            <a:off x="2295079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6" name="Text 210"/>
          <p:cNvSpPr/>
          <p:nvPr/>
        </p:nvSpPr>
        <p:spPr>
          <a:xfrm>
            <a:off x="2304604" y="432911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0156</a:t>
            </a:r>
            <a:endParaRPr lang="en-US" sz="825" dirty="0"/>
          </a:p>
        </p:txBody>
      </p:sp>
      <p:sp>
        <p:nvSpPr>
          <p:cNvPr id="217" name="Shape 211"/>
          <p:cNvSpPr/>
          <p:nvPr/>
        </p:nvSpPr>
        <p:spPr>
          <a:xfrm>
            <a:off x="3435474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8" name="Text 212"/>
          <p:cNvSpPr/>
          <p:nvPr/>
        </p:nvSpPr>
        <p:spPr>
          <a:xfrm>
            <a:off x="3502149" y="43291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東押熊店</a:t>
            </a:r>
            <a:endParaRPr lang="en-US" sz="825" dirty="0"/>
          </a:p>
        </p:txBody>
      </p:sp>
      <p:sp>
        <p:nvSpPr>
          <p:cNvPr id="219" name="Shape 213"/>
          <p:cNvSpPr/>
          <p:nvPr/>
        </p:nvSpPr>
        <p:spPr>
          <a:xfrm>
            <a:off x="4575870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0" name="Shape 214"/>
          <p:cNvSpPr/>
          <p:nvPr/>
        </p:nvSpPr>
        <p:spPr>
          <a:xfrm>
            <a:off x="4609207" y="431244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207" y="4312444"/>
            <a:ext cx="1073721" cy="180975"/>
          </a:xfrm>
          <a:prstGeom prst="rect">
            <a:avLst/>
          </a:prstGeom>
        </p:spPr>
      </p:pic>
      <p:sp>
        <p:nvSpPr>
          <p:cNvPr id="222" name="Shape 215"/>
          <p:cNvSpPr/>
          <p:nvPr/>
        </p:nvSpPr>
        <p:spPr>
          <a:xfrm>
            <a:off x="5716265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3" name="Text 216"/>
          <p:cNvSpPr/>
          <p:nvPr/>
        </p:nvSpPr>
        <p:spPr>
          <a:xfrm>
            <a:off x="5706740" y="43291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—</a:t>
            </a:r>
            <a:endParaRPr lang="en-US" sz="825" dirty="0"/>
          </a:p>
        </p:txBody>
      </p:sp>
      <p:sp>
        <p:nvSpPr>
          <p:cNvPr id="224" name="Shape 217"/>
          <p:cNvSpPr/>
          <p:nvPr/>
        </p:nvSpPr>
        <p:spPr>
          <a:xfrm>
            <a:off x="6856661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5" name="Shape 218"/>
          <p:cNvSpPr/>
          <p:nvPr/>
        </p:nvSpPr>
        <p:spPr>
          <a:xfrm>
            <a:off x="7997056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6" name="Shape 219"/>
          <p:cNvSpPr/>
          <p:nvPr/>
        </p:nvSpPr>
        <p:spPr>
          <a:xfrm>
            <a:off x="9137452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7" name="Shape 220"/>
          <p:cNvSpPr/>
          <p:nvPr/>
        </p:nvSpPr>
        <p:spPr>
          <a:xfrm>
            <a:off x="10277847" y="42814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8" name="Shape 221"/>
          <p:cNvSpPr/>
          <p:nvPr/>
        </p:nvSpPr>
        <p:spPr>
          <a:xfrm>
            <a:off x="11418243" y="4281488"/>
            <a:ext cx="114047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9" name="Shape 222"/>
          <p:cNvSpPr/>
          <p:nvPr/>
        </p:nvSpPr>
        <p:spPr>
          <a:xfrm>
            <a:off x="14288" y="452437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0" name="Shape 223"/>
          <p:cNvSpPr/>
          <p:nvPr/>
        </p:nvSpPr>
        <p:spPr>
          <a:xfrm>
            <a:off x="14288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1" name="Text 224"/>
          <p:cNvSpPr/>
          <p:nvPr/>
        </p:nvSpPr>
        <p:spPr>
          <a:xfrm>
            <a:off x="80963" y="45720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232" name="Shape 225"/>
          <p:cNvSpPr/>
          <p:nvPr/>
        </p:nvSpPr>
        <p:spPr>
          <a:xfrm>
            <a:off x="1154683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3" name="Text 226"/>
          <p:cNvSpPr/>
          <p:nvPr/>
        </p:nvSpPr>
        <p:spPr>
          <a:xfrm>
            <a:off x="1221358" y="45720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三重ブロック</a:t>
            </a:r>
            <a:endParaRPr lang="en-US" sz="825" dirty="0"/>
          </a:p>
        </p:txBody>
      </p:sp>
      <p:sp>
        <p:nvSpPr>
          <p:cNvPr id="234" name="Shape 227"/>
          <p:cNvSpPr/>
          <p:nvPr/>
        </p:nvSpPr>
        <p:spPr>
          <a:xfrm>
            <a:off x="2295079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5" name="Text 228"/>
          <p:cNvSpPr/>
          <p:nvPr/>
        </p:nvSpPr>
        <p:spPr>
          <a:xfrm>
            <a:off x="2304604" y="457200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0159</a:t>
            </a:r>
            <a:endParaRPr lang="en-US" sz="825" dirty="0"/>
          </a:p>
        </p:txBody>
      </p:sp>
      <p:sp>
        <p:nvSpPr>
          <p:cNvPr id="236" name="Shape 229"/>
          <p:cNvSpPr/>
          <p:nvPr/>
        </p:nvSpPr>
        <p:spPr>
          <a:xfrm>
            <a:off x="3435474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7" name="Text 230"/>
          <p:cNvSpPr/>
          <p:nvPr/>
        </p:nvSpPr>
        <p:spPr>
          <a:xfrm>
            <a:off x="3502149" y="45720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名張中央店</a:t>
            </a:r>
            <a:endParaRPr lang="en-US" sz="825" dirty="0"/>
          </a:p>
        </p:txBody>
      </p:sp>
      <p:sp>
        <p:nvSpPr>
          <p:cNvPr id="238" name="Shape 231"/>
          <p:cNvSpPr/>
          <p:nvPr/>
        </p:nvSpPr>
        <p:spPr>
          <a:xfrm>
            <a:off x="4575870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9" name="Shape 232"/>
          <p:cNvSpPr/>
          <p:nvPr/>
        </p:nvSpPr>
        <p:spPr>
          <a:xfrm>
            <a:off x="4609207" y="455533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207" y="4555331"/>
            <a:ext cx="1073721" cy="180975"/>
          </a:xfrm>
          <a:prstGeom prst="rect">
            <a:avLst/>
          </a:prstGeom>
        </p:spPr>
      </p:pic>
      <p:sp>
        <p:nvSpPr>
          <p:cNvPr id="241" name="Shape 233"/>
          <p:cNvSpPr/>
          <p:nvPr/>
        </p:nvSpPr>
        <p:spPr>
          <a:xfrm>
            <a:off x="5716265" y="45243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2" name="Text 234"/>
          <p:cNvSpPr/>
          <p:nvPr/>
        </p:nvSpPr>
        <p:spPr>
          <a:xfrm>
            <a:off x="5706740" y="45720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243" name="Shape 235"/>
          <p:cNvSpPr/>
          <p:nvPr/>
        </p:nvSpPr>
        <p:spPr>
          <a:xfrm>
            <a:off x="6856661" y="45243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4" name="Text 236"/>
          <p:cNvSpPr/>
          <p:nvPr/>
        </p:nvSpPr>
        <p:spPr>
          <a:xfrm>
            <a:off x="6847136" y="45720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45" name="Shape 237"/>
          <p:cNvSpPr/>
          <p:nvPr/>
        </p:nvSpPr>
        <p:spPr>
          <a:xfrm>
            <a:off x="7997056" y="45243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6" name="Text 238"/>
          <p:cNvSpPr/>
          <p:nvPr/>
        </p:nvSpPr>
        <p:spPr>
          <a:xfrm>
            <a:off x="7987531" y="45720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47" name="Shape 239"/>
          <p:cNvSpPr/>
          <p:nvPr/>
        </p:nvSpPr>
        <p:spPr>
          <a:xfrm>
            <a:off x="9137452" y="45243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8" name="Text 240"/>
          <p:cNvSpPr/>
          <p:nvPr/>
        </p:nvSpPr>
        <p:spPr>
          <a:xfrm>
            <a:off x="9127927" y="45720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49" name="Shape 241"/>
          <p:cNvSpPr/>
          <p:nvPr/>
        </p:nvSpPr>
        <p:spPr>
          <a:xfrm>
            <a:off x="10277847" y="45243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0" name="Text 242"/>
          <p:cNvSpPr/>
          <p:nvPr/>
        </p:nvSpPr>
        <p:spPr>
          <a:xfrm>
            <a:off x="10268322" y="45720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51" name="Shape 243"/>
          <p:cNvSpPr/>
          <p:nvPr/>
        </p:nvSpPr>
        <p:spPr>
          <a:xfrm>
            <a:off x="11418243" y="452437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2" name="Text 244"/>
          <p:cNvSpPr/>
          <p:nvPr/>
        </p:nvSpPr>
        <p:spPr>
          <a:xfrm>
            <a:off x="11408718" y="457200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53" name="Shape 245"/>
          <p:cNvSpPr/>
          <p:nvPr/>
        </p:nvSpPr>
        <p:spPr>
          <a:xfrm>
            <a:off x="14288" y="476726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4" name="Shape 246"/>
          <p:cNvSpPr/>
          <p:nvPr/>
        </p:nvSpPr>
        <p:spPr>
          <a:xfrm>
            <a:off x="14288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5" name="Text 247"/>
          <p:cNvSpPr/>
          <p:nvPr/>
        </p:nvSpPr>
        <p:spPr>
          <a:xfrm>
            <a:off x="80963" y="48148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256" name="Shape 248"/>
          <p:cNvSpPr/>
          <p:nvPr/>
        </p:nvSpPr>
        <p:spPr>
          <a:xfrm>
            <a:off x="1154683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7" name="Text 249"/>
          <p:cNvSpPr/>
          <p:nvPr/>
        </p:nvSpPr>
        <p:spPr>
          <a:xfrm>
            <a:off x="1221358" y="48148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大阪南第６ブロック</a:t>
            </a:r>
            <a:endParaRPr lang="en-US" sz="825" dirty="0"/>
          </a:p>
        </p:txBody>
      </p:sp>
      <p:sp>
        <p:nvSpPr>
          <p:cNvPr id="258" name="Shape 250"/>
          <p:cNvSpPr/>
          <p:nvPr/>
        </p:nvSpPr>
        <p:spPr>
          <a:xfrm>
            <a:off x="2295079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9" name="Text 251"/>
          <p:cNvSpPr/>
          <p:nvPr/>
        </p:nvSpPr>
        <p:spPr>
          <a:xfrm>
            <a:off x="2304604" y="481488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0164</a:t>
            </a:r>
            <a:endParaRPr lang="en-US" sz="825" dirty="0"/>
          </a:p>
        </p:txBody>
      </p:sp>
      <p:sp>
        <p:nvSpPr>
          <p:cNvPr id="260" name="Shape 252"/>
          <p:cNvSpPr/>
          <p:nvPr/>
        </p:nvSpPr>
        <p:spPr>
          <a:xfrm>
            <a:off x="3435474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1" name="Text 253"/>
          <p:cNvSpPr/>
          <p:nvPr/>
        </p:nvSpPr>
        <p:spPr>
          <a:xfrm>
            <a:off x="3502149" y="48148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和泉中央店</a:t>
            </a:r>
            <a:endParaRPr lang="en-US" sz="825" dirty="0"/>
          </a:p>
        </p:txBody>
      </p:sp>
      <p:sp>
        <p:nvSpPr>
          <p:cNvPr id="262" name="Shape 254"/>
          <p:cNvSpPr/>
          <p:nvPr/>
        </p:nvSpPr>
        <p:spPr>
          <a:xfrm>
            <a:off x="4575870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3" name="Shape 255"/>
          <p:cNvSpPr/>
          <p:nvPr/>
        </p:nvSpPr>
        <p:spPr>
          <a:xfrm>
            <a:off x="4609207" y="479821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6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9207" y="4798219"/>
            <a:ext cx="1073721" cy="180975"/>
          </a:xfrm>
          <a:prstGeom prst="rect">
            <a:avLst/>
          </a:prstGeom>
        </p:spPr>
      </p:pic>
      <p:sp>
        <p:nvSpPr>
          <p:cNvPr id="265" name="Shape 256"/>
          <p:cNvSpPr/>
          <p:nvPr/>
        </p:nvSpPr>
        <p:spPr>
          <a:xfrm>
            <a:off x="5716265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6" name="Text 257"/>
          <p:cNvSpPr/>
          <p:nvPr/>
        </p:nvSpPr>
        <p:spPr>
          <a:xfrm>
            <a:off x="5706740" y="48148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267" name="Shape 258"/>
          <p:cNvSpPr/>
          <p:nvPr/>
        </p:nvSpPr>
        <p:spPr>
          <a:xfrm>
            <a:off x="6856661" y="47672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8" name="Shape 259"/>
          <p:cNvSpPr/>
          <p:nvPr/>
        </p:nvSpPr>
        <p:spPr>
          <a:xfrm>
            <a:off x="7997056" y="47672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9" name="Text 260"/>
          <p:cNvSpPr/>
          <p:nvPr/>
        </p:nvSpPr>
        <p:spPr>
          <a:xfrm>
            <a:off x="7987531" y="48148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70" name="Shape 261"/>
          <p:cNvSpPr/>
          <p:nvPr/>
        </p:nvSpPr>
        <p:spPr>
          <a:xfrm>
            <a:off x="9137452" y="47672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1" name="Text 262"/>
          <p:cNvSpPr/>
          <p:nvPr/>
        </p:nvSpPr>
        <p:spPr>
          <a:xfrm>
            <a:off x="9127927" y="48148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72" name="Shape 263"/>
          <p:cNvSpPr/>
          <p:nvPr/>
        </p:nvSpPr>
        <p:spPr>
          <a:xfrm>
            <a:off x="10277847" y="47672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3" name="Text 264"/>
          <p:cNvSpPr/>
          <p:nvPr/>
        </p:nvSpPr>
        <p:spPr>
          <a:xfrm>
            <a:off x="10268322" y="48148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74" name="Shape 265"/>
          <p:cNvSpPr/>
          <p:nvPr/>
        </p:nvSpPr>
        <p:spPr>
          <a:xfrm>
            <a:off x="11418243" y="476726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5" name="Text 266"/>
          <p:cNvSpPr/>
          <p:nvPr/>
        </p:nvSpPr>
        <p:spPr>
          <a:xfrm>
            <a:off x="11408718" y="481488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76" name="Shape 267"/>
          <p:cNvSpPr/>
          <p:nvPr/>
        </p:nvSpPr>
        <p:spPr>
          <a:xfrm>
            <a:off x="14288" y="501015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7" name="Shape 268"/>
          <p:cNvSpPr/>
          <p:nvPr/>
        </p:nvSpPr>
        <p:spPr>
          <a:xfrm>
            <a:off x="14288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8" name="Text 269"/>
          <p:cNvSpPr/>
          <p:nvPr/>
        </p:nvSpPr>
        <p:spPr>
          <a:xfrm>
            <a:off x="80963" y="50577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279" name="Shape 270"/>
          <p:cNvSpPr/>
          <p:nvPr/>
        </p:nvSpPr>
        <p:spPr>
          <a:xfrm>
            <a:off x="1154683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0" name="Text 271"/>
          <p:cNvSpPr/>
          <p:nvPr/>
        </p:nvSpPr>
        <p:spPr>
          <a:xfrm>
            <a:off x="1221358" y="50577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大阪南第３ブロック</a:t>
            </a:r>
            <a:endParaRPr lang="en-US" sz="825" dirty="0"/>
          </a:p>
        </p:txBody>
      </p:sp>
      <p:sp>
        <p:nvSpPr>
          <p:cNvPr id="281" name="Shape 272"/>
          <p:cNvSpPr/>
          <p:nvPr/>
        </p:nvSpPr>
        <p:spPr>
          <a:xfrm>
            <a:off x="2295079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2" name="Text 273"/>
          <p:cNvSpPr/>
          <p:nvPr/>
        </p:nvSpPr>
        <p:spPr>
          <a:xfrm>
            <a:off x="2304604" y="505777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0168</a:t>
            </a:r>
            <a:endParaRPr lang="en-US" sz="825" dirty="0"/>
          </a:p>
        </p:txBody>
      </p:sp>
      <p:sp>
        <p:nvSpPr>
          <p:cNvPr id="283" name="Shape 274"/>
          <p:cNvSpPr/>
          <p:nvPr/>
        </p:nvSpPr>
        <p:spPr>
          <a:xfrm>
            <a:off x="3435474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4" name="Text 275"/>
          <p:cNvSpPr/>
          <p:nvPr/>
        </p:nvSpPr>
        <p:spPr>
          <a:xfrm>
            <a:off x="3502149" y="50577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阪南石田店</a:t>
            </a:r>
            <a:endParaRPr lang="en-US" sz="825" dirty="0"/>
          </a:p>
        </p:txBody>
      </p:sp>
      <p:sp>
        <p:nvSpPr>
          <p:cNvPr id="285" name="Shape 276"/>
          <p:cNvSpPr/>
          <p:nvPr/>
        </p:nvSpPr>
        <p:spPr>
          <a:xfrm>
            <a:off x="4575870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6" name="Shape 277"/>
          <p:cNvSpPr/>
          <p:nvPr/>
        </p:nvSpPr>
        <p:spPr>
          <a:xfrm>
            <a:off x="4609207" y="504110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9207" y="5041106"/>
            <a:ext cx="1073721" cy="180975"/>
          </a:xfrm>
          <a:prstGeom prst="rect">
            <a:avLst/>
          </a:prstGeom>
        </p:spPr>
      </p:pic>
      <p:sp>
        <p:nvSpPr>
          <p:cNvPr id="288" name="Shape 278"/>
          <p:cNvSpPr/>
          <p:nvPr/>
        </p:nvSpPr>
        <p:spPr>
          <a:xfrm>
            <a:off x="5716265" y="50101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9" name="Text 279"/>
          <p:cNvSpPr/>
          <p:nvPr/>
        </p:nvSpPr>
        <p:spPr>
          <a:xfrm>
            <a:off x="5706740" y="50577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290" name="Shape 280"/>
          <p:cNvSpPr/>
          <p:nvPr/>
        </p:nvSpPr>
        <p:spPr>
          <a:xfrm>
            <a:off x="6856661" y="50101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1" name="Text 281"/>
          <p:cNvSpPr/>
          <p:nvPr/>
        </p:nvSpPr>
        <p:spPr>
          <a:xfrm>
            <a:off x="6847136" y="50577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92" name="Shape 282"/>
          <p:cNvSpPr/>
          <p:nvPr/>
        </p:nvSpPr>
        <p:spPr>
          <a:xfrm>
            <a:off x="7997056" y="50101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3" name="Text 283"/>
          <p:cNvSpPr/>
          <p:nvPr/>
        </p:nvSpPr>
        <p:spPr>
          <a:xfrm>
            <a:off x="7987531" y="50577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94" name="Shape 284"/>
          <p:cNvSpPr/>
          <p:nvPr/>
        </p:nvSpPr>
        <p:spPr>
          <a:xfrm>
            <a:off x="9137452" y="50101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5" name="Text 285"/>
          <p:cNvSpPr/>
          <p:nvPr/>
        </p:nvSpPr>
        <p:spPr>
          <a:xfrm>
            <a:off x="9127927" y="50577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96" name="Shape 286"/>
          <p:cNvSpPr/>
          <p:nvPr/>
        </p:nvSpPr>
        <p:spPr>
          <a:xfrm>
            <a:off x="10277847" y="50101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7" name="Text 287"/>
          <p:cNvSpPr/>
          <p:nvPr/>
        </p:nvSpPr>
        <p:spPr>
          <a:xfrm>
            <a:off x="10268322" y="50577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298" name="Shape 288"/>
          <p:cNvSpPr/>
          <p:nvPr/>
        </p:nvSpPr>
        <p:spPr>
          <a:xfrm>
            <a:off x="11418243" y="501015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9" name="Text 289"/>
          <p:cNvSpPr/>
          <p:nvPr/>
        </p:nvSpPr>
        <p:spPr>
          <a:xfrm>
            <a:off x="11408718" y="505777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00" name="Shape 290"/>
          <p:cNvSpPr/>
          <p:nvPr/>
        </p:nvSpPr>
        <p:spPr>
          <a:xfrm>
            <a:off x="14288" y="525303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1" name="Shape 291"/>
          <p:cNvSpPr/>
          <p:nvPr/>
        </p:nvSpPr>
        <p:spPr>
          <a:xfrm>
            <a:off x="14288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2" name="Text 292"/>
          <p:cNvSpPr/>
          <p:nvPr/>
        </p:nvSpPr>
        <p:spPr>
          <a:xfrm>
            <a:off x="80963" y="53006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303" name="Shape 293"/>
          <p:cNvSpPr/>
          <p:nvPr/>
        </p:nvSpPr>
        <p:spPr>
          <a:xfrm>
            <a:off x="1154683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4" name="Text 294"/>
          <p:cNvSpPr/>
          <p:nvPr/>
        </p:nvSpPr>
        <p:spPr>
          <a:xfrm>
            <a:off x="1221358" y="53006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大阪北第４ブロック</a:t>
            </a:r>
            <a:endParaRPr lang="en-US" sz="825" dirty="0"/>
          </a:p>
        </p:txBody>
      </p:sp>
      <p:sp>
        <p:nvSpPr>
          <p:cNvPr id="305" name="Shape 295"/>
          <p:cNvSpPr/>
          <p:nvPr/>
        </p:nvSpPr>
        <p:spPr>
          <a:xfrm>
            <a:off x="2295079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6" name="Text 296"/>
          <p:cNvSpPr/>
          <p:nvPr/>
        </p:nvSpPr>
        <p:spPr>
          <a:xfrm>
            <a:off x="2304604" y="530066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0169</a:t>
            </a:r>
            <a:endParaRPr lang="en-US" sz="825" dirty="0"/>
          </a:p>
        </p:txBody>
      </p:sp>
      <p:sp>
        <p:nvSpPr>
          <p:cNvPr id="307" name="Shape 297"/>
          <p:cNvSpPr/>
          <p:nvPr/>
        </p:nvSpPr>
        <p:spPr>
          <a:xfrm>
            <a:off x="3435474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8" name="Text 298"/>
          <p:cNvSpPr/>
          <p:nvPr/>
        </p:nvSpPr>
        <p:spPr>
          <a:xfrm>
            <a:off x="3502149" y="53006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沢良宜店</a:t>
            </a:r>
            <a:endParaRPr lang="en-US" sz="825" dirty="0"/>
          </a:p>
        </p:txBody>
      </p:sp>
      <p:sp>
        <p:nvSpPr>
          <p:cNvPr id="309" name="Shape 299"/>
          <p:cNvSpPr/>
          <p:nvPr/>
        </p:nvSpPr>
        <p:spPr>
          <a:xfrm>
            <a:off x="4575870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0" name="Shape 300"/>
          <p:cNvSpPr/>
          <p:nvPr/>
        </p:nvSpPr>
        <p:spPr>
          <a:xfrm>
            <a:off x="4609207" y="528399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9207" y="5283994"/>
            <a:ext cx="1073721" cy="180975"/>
          </a:xfrm>
          <a:prstGeom prst="rect">
            <a:avLst/>
          </a:prstGeom>
        </p:spPr>
      </p:pic>
      <p:sp>
        <p:nvSpPr>
          <p:cNvPr id="312" name="Shape 301"/>
          <p:cNvSpPr/>
          <p:nvPr/>
        </p:nvSpPr>
        <p:spPr>
          <a:xfrm>
            <a:off x="5716265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3" name="Text 302"/>
          <p:cNvSpPr/>
          <p:nvPr/>
        </p:nvSpPr>
        <p:spPr>
          <a:xfrm>
            <a:off x="5706740" y="53006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314" name="Shape 303"/>
          <p:cNvSpPr/>
          <p:nvPr/>
        </p:nvSpPr>
        <p:spPr>
          <a:xfrm>
            <a:off x="6856661" y="52530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5" name="Shape 304"/>
          <p:cNvSpPr/>
          <p:nvPr/>
        </p:nvSpPr>
        <p:spPr>
          <a:xfrm>
            <a:off x="7997056" y="52530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6" name="Text 305"/>
          <p:cNvSpPr/>
          <p:nvPr/>
        </p:nvSpPr>
        <p:spPr>
          <a:xfrm>
            <a:off x="7987531" y="53006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17" name="Shape 306"/>
          <p:cNvSpPr/>
          <p:nvPr/>
        </p:nvSpPr>
        <p:spPr>
          <a:xfrm>
            <a:off x="9137452" y="52530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8" name="Text 307"/>
          <p:cNvSpPr/>
          <p:nvPr/>
        </p:nvSpPr>
        <p:spPr>
          <a:xfrm>
            <a:off x="9127927" y="53006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19" name="Shape 308"/>
          <p:cNvSpPr/>
          <p:nvPr/>
        </p:nvSpPr>
        <p:spPr>
          <a:xfrm>
            <a:off x="10277847" y="52530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0" name="Text 309"/>
          <p:cNvSpPr/>
          <p:nvPr/>
        </p:nvSpPr>
        <p:spPr>
          <a:xfrm>
            <a:off x="10268322" y="53006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21" name="Shape 310"/>
          <p:cNvSpPr/>
          <p:nvPr/>
        </p:nvSpPr>
        <p:spPr>
          <a:xfrm>
            <a:off x="11418243" y="5253038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2" name="Text 311"/>
          <p:cNvSpPr/>
          <p:nvPr/>
        </p:nvSpPr>
        <p:spPr>
          <a:xfrm>
            <a:off x="11408718" y="530066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23" name="Shape 312"/>
          <p:cNvSpPr/>
          <p:nvPr/>
        </p:nvSpPr>
        <p:spPr>
          <a:xfrm>
            <a:off x="14288" y="549592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4" name="Shape 313"/>
          <p:cNvSpPr/>
          <p:nvPr/>
        </p:nvSpPr>
        <p:spPr>
          <a:xfrm>
            <a:off x="14288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5" name="Text 314"/>
          <p:cNvSpPr/>
          <p:nvPr/>
        </p:nvSpPr>
        <p:spPr>
          <a:xfrm>
            <a:off x="80963" y="55435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326" name="Shape 315"/>
          <p:cNvSpPr/>
          <p:nvPr/>
        </p:nvSpPr>
        <p:spPr>
          <a:xfrm>
            <a:off x="1154683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7" name="Text 316"/>
          <p:cNvSpPr/>
          <p:nvPr/>
        </p:nvSpPr>
        <p:spPr>
          <a:xfrm>
            <a:off x="1221358" y="55435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四国第３ブロック</a:t>
            </a:r>
            <a:endParaRPr lang="en-US" sz="825" dirty="0"/>
          </a:p>
        </p:txBody>
      </p:sp>
      <p:sp>
        <p:nvSpPr>
          <p:cNvPr id="328" name="Shape 317"/>
          <p:cNvSpPr/>
          <p:nvPr/>
        </p:nvSpPr>
        <p:spPr>
          <a:xfrm>
            <a:off x="2295079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9" name="Text 318"/>
          <p:cNvSpPr/>
          <p:nvPr/>
        </p:nvSpPr>
        <p:spPr>
          <a:xfrm>
            <a:off x="2304604" y="554355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0171</a:t>
            </a:r>
            <a:endParaRPr lang="en-US" sz="825" dirty="0"/>
          </a:p>
        </p:txBody>
      </p:sp>
      <p:sp>
        <p:nvSpPr>
          <p:cNvPr id="330" name="Shape 319"/>
          <p:cNvSpPr/>
          <p:nvPr/>
        </p:nvSpPr>
        <p:spPr>
          <a:xfrm>
            <a:off x="3435474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1" name="Text 320"/>
          <p:cNvSpPr/>
          <p:nvPr/>
        </p:nvSpPr>
        <p:spPr>
          <a:xfrm>
            <a:off x="3502149" y="55435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田宮店</a:t>
            </a:r>
            <a:endParaRPr lang="en-US" sz="825" dirty="0"/>
          </a:p>
        </p:txBody>
      </p:sp>
      <p:sp>
        <p:nvSpPr>
          <p:cNvPr id="332" name="Shape 321"/>
          <p:cNvSpPr/>
          <p:nvPr/>
        </p:nvSpPr>
        <p:spPr>
          <a:xfrm>
            <a:off x="4575870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3" name="Shape 322"/>
          <p:cNvSpPr/>
          <p:nvPr/>
        </p:nvSpPr>
        <p:spPr>
          <a:xfrm>
            <a:off x="4609207" y="552688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9207" y="5526881"/>
            <a:ext cx="1073721" cy="180975"/>
          </a:xfrm>
          <a:prstGeom prst="rect">
            <a:avLst/>
          </a:prstGeom>
        </p:spPr>
      </p:pic>
      <p:sp>
        <p:nvSpPr>
          <p:cNvPr id="335" name="Shape 323"/>
          <p:cNvSpPr/>
          <p:nvPr/>
        </p:nvSpPr>
        <p:spPr>
          <a:xfrm>
            <a:off x="5716265" y="54959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6" name="Text 324"/>
          <p:cNvSpPr/>
          <p:nvPr/>
        </p:nvSpPr>
        <p:spPr>
          <a:xfrm>
            <a:off x="5706740" y="55435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37" name="Shape 325"/>
          <p:cNvSpPr/>
          <p:nvPr/>
        </p:nvSpPr>
        <p:spPr>
          <a:xfrm>
            <a:off x="6856661" y="54959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8" name="Text 326"/>
          <p:cNvSpPr/>
          <p:nvPr/>
        </p:nvSpPr>
        <p:spPr>
          <a:xfrm>
            <a:off x="6847136" y="55435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39" name="Shape 327"/>
          <p:cNvSpPr/>
          <p:nvPr/>
        </p:nvSpPr>
        <p:spPr>
          <a:xfrm>
            <a:off x="7997056" y="54959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0" name="Text 328"/>
          <p:cNvSpPr/>
          <p:nvPr/>
        </p:nvSpPr>
        <p:spPr>
          <a:xfrm>
            <a:off x="7987531" y="55435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41" name="Shape 329"/>
          <p:cNvSpPr/>
          <p:nvPr/>
        </p:nvSpPr>
        <p:spPr>
          <a:xfrm>
            <a:off x="9137452" y="54959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2" name="Text 330"/>
          <p:cNvSpPr/>
          <p:nvPr/>
        </p:nvSpPr>
        <p:spPr>
          <a:xfrm>
            <a:off x="9127927" y="55435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43" name="Shape 331"/>
          <p:cNvSpPr/>
          <p:nvPr/>
        </p:nvSpPr>
        <p:spPr>
          <a:xfrm>
            <a:off x="10277847" y="54959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4" name="Text 332"/>
          <p:cNvSpPr/>
          <p:nvPr/>
        </p:nvSpPr>
        <p:spPr>
          <a:xfrm>
            <a:off x="10268322" y="55435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45" name="Shape 333"/>
          <p:cNvSpPr/>
          <p:nvPr/>
        </p:nvSpPr>
        <p:spPr>
          <a:xfrm>
            <a:off x="11418243" y="549592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6" name="Text 334"/>
          <p:cNvSpPr/>
          <p:nvPr/>
        </p:nvSpPr>
        <p:spPr>
          <a:xfrm>
            <a:off x="11408718" y="554355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47" name="Shape 335"/>
          <p:cNvSpPr/>
          <p:nvPr/>
        </p:nvSpPr>
        <p:spPr>
          <a:xfrm>
            <a:off x="14288" y="573881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8" name="Shape 336"/>
          <p:cNvSpPr/>
          <p:nvPr/>
        </p:nvSpPr>
        <p:spPr>
          <a:xfrm>
            <a:off x="14288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9" name="Text 337"/>
          <p:cNvSpPr/>
          <p:nvPr/>
        </p:nvSpPr>
        <p:spPr>
          <a:xfrm>
            <a:off x="80963" y="57864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ドラッグ第三営業部</a:t>
            </a:r>
            <a:endParaRPr lang="en-US" sz="825" dirty="0"/>
          </a:p>
        </p:txBody>
      </p:sp>
      <p:sp>
        <p:nvSpPr>
          <p:cNvPr id="350" name="Shape 338"/>
          <p:cNvSpPr/>
          <p:nvPr/>
        </p:nvSpPr>
        <p:spPr>
          <a:xfrm>
            <a:off x="1154683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1" name="Text 339"/>
          <p:cNvSpPr/>
          <p:nvPr/>
        </p:nvSpPr>
        <p:spPr>
          <a:xfrm>
            <a:off x="1221358" y="57864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兵庫第２ブロック</a:t>
            </a:r>
            <a:endParaRPr lang="en-US" sz="825" dirty="0"/>
          </a:p>
        </p:txBody>
      </p:sp>
      <p:sp>
        <p:nvSpPr>
          <p:cNvPr id="352" name="Shape 340"/>
          <p:cNvSpPr/>
          <p:nvPr/>
        </p:nvSpPr>
        <p:spPr>
          <a:xfrm>
            <a:off x="2295079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3" name="Text 341"/>
          <p:cNvSpPr/>
          <p:nvPr/>
        </p:nvSpPr>
        <p:spPr>
          <a:xfrm>
            <a:off x="2304604" y="578643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0176</a:t>
            </a:r>
            <a:endParaRPr lang="en-US" sz="825" dirty="0"/>
          </a:p>
        </p:txBody>
      </p:sp>
      <p:sp>
        <p:nvSpPr>
          <p:cNvPr id="354" name="Shape 342"/>
          <p:cNvSpPr/>
          <p:nvPr/>
        </p:nvSpPr>
        <p:spPr>
          <a:xfrm>
            <a:off x="3435474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5" name="Text 343"/>
          <p:cNvSpPr/>
          <p:nvPr/>
        </p:nvSpPr>
        <p:spPr>
          <a:xfrm>
            <a:off x="3502149" y="57864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三木店</a:t>
            </a:r>
            <a:endParaRPr lang="en-US" sz="825" dirty="0"/>
          </a:p>
        </p:txBody>
      </p:sp>
      <p:sp>
        <p:nvSpPr>
          <p:cNvPr id="356" name="Shape 344"/>
          <p:cNvSpPr/>
          <p:nvPr/>
        </p:nvSpPr>
        <p:spPr>
          <a:xfrm>
            <a:off x="4575870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7" name="Shape 345"/>
          <p:cNvSpPr/>
          <p:nvPr/>
        </p:nvSpPr>
        <p:spPr>
          <a:xfrm>
            <a:off x="4609207" y="576976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9207" y="5769769"/>
            <a:ext cx="1073721" cy="180975"/>
          </a:xfrm>
          <a:prstGeom prst="rect">
            <a:avLst/>
          </a:prstGeom>
        </p:spPr>
      </p:pic>
      <p:sp>
        <p:nvSpPr>
          <p:cNvPr id="359" name="Shape 346"/>
          <p:cNvSpPr/>
          <p:nvPr/>
        </p:nvSpPr>
        <p:spPr>
          <a:xfrm>
            <a:off x="5716265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0" name="Text 347"/>
          <p:cNvSpPr/>
          <p:nvPr/>
        </p:nvSpPr>
        <p:spPr>
          <a:xfrm>
            <a:off x="5706740" y="57864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361" name="Shape 348"/>
          <p:cNvSpPr/>
          <p:nvPr/>
        </p:nvSpPr>
        <p:spPr>
          <a:xfrm>
            <a:off x="6856661" y="57388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2" name="Shape 349"/>
          <p:cNvSpPr/>
          <p:nvPr/>
        </p:nvSpPr>
        <p:spPr>
          <a:xfrm>
            <a:off x="7997056" y="57388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3" name="Text 350"/>
          <p:cNvSpPr/>
          <p:nvPr/>
        </p:nvSpPr>
        <p:spPr>
          <a:xfrm>
            <a:off x="7987531" y="57864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64" name="Shape 351"/>
          <p:cNvSpPr/>
          <p:nvPr/>
        </p:nvSpPr>
        <p:spPr>
          <a:xfrm>
            <a:off x="9137452" y="57388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5" name="Text 352"/>
          <p:cNvSpPr/>
          <p:nvPr/>
        </p:nvSpPr>
        <p:spPr>
          <a:xfrm>
            <a:off x="9127927" y="57864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66" name="Shape 353"/>
          <p:cNvSpPr/>
          <p:nvPr/>
        </p:nvSpPr>
        <p:spPr>
          <a:xfrm>
            <a:off x="10277847" y="57388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7" name="Text 354"/>
          <p:cNvSpPr/>
          <p:nvPr/>
        </p:nvSpPr>
        <p:spPr>
          <a:xfrm>
            <a:off x="10268322" y="57864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68" name="Shape 355"/>
          <p:cNvSpPr/>
          <p:nvPr/>
        </p:nvSpPr>
        <p:spPr>
          <a:xfrm>
            <a:off x="11418243" y="573881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9" name="Text 356"/>
          <p:cNvSpPr/>
          <p:nvPr/>
        </p:nvSpPr>
        <p:spPr>
          <a:xfrm>
            <a:off x="11408718" y="578643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70" name="Shape 357"/>
          <p:cNvSpPr/>
          <p:nvPr/>
        </p:nvSpPr>
        <p:spPr>
          <a:xfrm>
            <a:off x="14288" y="598170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1" name="Shape 358"/>
          <p:cNvSpPr/>
          <p:nvPr/>
        </p:nvSpPr>
        <p:spPr>
          <a:xfrm>
            <a:off x="14288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2" name="Text 359"/>
          <p:cNvSpPr/>
          <p:nvPr/>
        </p:nvSpPr>
        <p:spPr>
          <a:xfrm>
            <a:off x="80963" y="60293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373" name="Shape 360"/>
          <p:cNvSpPr/>
          <p:nvPr/>
        </p:nvSpPr>
        <p:spPr>
          <a:xfrm>
            <a:off x="1154683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4" name="Text 361"/>
          <p:cNvSpPr/>
          <p:nvPr/>
        </p:nvSpPr>
        <p:spPr>
          <a:xfrm>
            <a:off x="1221358" y="60293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四国第３ブロック</a:t>
            </a:r>
            <a:endParaRPr lang="en-US" sz="825" dirty="0"/>
          </a:p>
        </p:txBody>
      </p:sp>
      <p:sp>
        <p:nvSpPr>
          <p:cNvPr id="375" name="Shape 362"/>
          <p:cNvSpPr/>
          <p:nvPr/>
        </p:nvSpPr>
        <p:spPr>
          <a:xfrm>
            <a:off x="2295079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6" name="Text 363"/>
          <p:cNvSpPr/>
          <p:nvPr/>
        </p:nvSpPr>
        <p:spPr>
          <a:xfrm>
            <a:off x="2304604" y="602932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0185</a:t>
            </a:r>
            <a:endParaRPr lang="en-US" sz="825" dirty="0"/>
          </a:p>
        </p:txBody>
      </p:sp>
      <p:sp>
        <p:nvSpPr>
          <p:cNvPr id="377" name="Shape 364"/>
          <p:cNvSpPr/>
          <p:nvPr/>
        </p:nvSpPr>
        <p:spPr>
          <a:xfrm>
            <a:off x="3435474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8" name="Text 365"/>
          <p:cNvSpPr/>
          <p:nvPr/>
        </p:nvSpPr>
        <p:spPr>
          <a:xfrm>
            <a:off x="3502149" y="60293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鳴門店</a:t>
            </a:r>
            <a:endParaRPr lang="en-US" sz="825" dirty="0"/>
          </a:p>
        </p:txBody>
      </p:sp>
      <p:sp>
        <p:nvSpPr>
          <p:cNvPr id="379" name="Shape 366"/>
          <p:cNvSpPr/>
          <p:nvPr/>
        </p:nvSpPr>
        <p:spPr>
          <a:xfrm>
            <a:off x="4575870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0" name="Shape 367"/>
          <p:cNvSpPr/>
          <p:nvPr/>
        </p:nvSpPr>
        <p:spPr>
          <a:xfrm>
            <a:off x="4609207" y="601265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8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9207" y="6012656"/>
            <a:ext cx="1073721" cy="180975"/>
          </a:xfrm>
          <a:prstGeom prst="rect">
            <a:avLst/>
          </a:prstGeom>
        </p:spPr>
      </p:pic>
      <p:sp>
        <p:nvSpPr>
          <p:cNvPr id="382" name="Shape 368"/>
          <p:cNvSpPr/>
          <p:nvPr/>
        </p:nvSpPr>
        <p:spPr>
          <a:xfrm>
            <a:off x="5716265" y="59817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3" name="Text 369"/>
          <p:cNvSpPr/>
          <p:nvPr/>
        </p:nvSpPr>
        <p:spPr>
          <a:xfrm>
            <a:off x="5706740" y="60293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84" name="Shape 370"/>
          <p:cNvSpPr/>
          <p:nvPr/>
        </p:nvSpPr>
        <p:spPr>
          <a:xfrm>
            <a:off x="6856661" y="59817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5" name="Text 371"/>
          <p:cNvSpPr/>
          <p:nvPr/>
        </p:nvSpPr>
        <p:spPr>
          <a:xfrm>
            <a:off x="6847136" y="60293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86" name="Shape 372"/>
          <p:cNvSpPr/>
          <p:nvPr/>
        </p:nvSpPr>
        <p:spPr>
          <a:xfrm>
            <a:off x="7997056" y="59817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7" name="Text 373"/>
          <p:cNvSpPr/>
          <p:nvPr/>
        </p:nvSpPr>
        <p:spPr>
          <a:xfrm>
            <a:off x="7987531" y="60293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88" name="Shape 374"/>
          <p:cNvSpPr/>
          <p:nvPr/>
        </p:nvSpPr>
        <p:spPr>
          <a:xfrm>
            <a:off x="9137452" y="59817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9" name="Text 375"/>
          <p:cNvSpPr/>
          <p:nvPr/>
        </p:nvSpPr>
        <p:spPr>
          <a:xfrm>
            <a:off x="9127927" y="60293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90" name="Shape 376"/>
          <p:cNvSpPr/>
          <p:nvPr/>
        </p:nvSpPr>
        <p:spPr>
          <a:xfrm>
            <a:off x="10277847" y="59817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1" name="Text 377"/>
          <p:cNvSpPr/>
          <p:nvPr/>
        </p:nvSpPr>
        <p:spPr>
          <a:xfrm>
            <a:off x="10268322" y="60293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92" name="Shape 378"/>
          <p:cNvSpPr/>
          <p:nvPr/>
        </p:nvSpPr>
        <p:spPr>
          <a:xfrm>
            <a:off x="11418243" y="598170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3" name="Text 379"/>
          <p:cNvSpPr/>
          <p:nvPr/>
        </p:nvSpPr>
        <p:spPr>
          <a:xfrm>
            <a:off x="11408718" y="602932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394" name="Shape 380"/>
          <p:cNvSpPr/>
          <p:nvPr/>
        </p:nvSpPr>
        <p:spPr>
          <a:xfrm>
            <a:off x="14288" y="622458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5" name="Shape 381"/>
          <p:cNvSpPr/>
          <p:nvPr/>
        </p:nvSpPr>
        <p:spPr>
          <a:xfrm>
            <a:off x="14288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6" name="Text 382"/>
          <p:cNvSpPr/>
          <p:nvPr/>
        </p:nvSpPr>
        <p:spPr>
          <a:xfrm>
            <a:off x="80963" y="62722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397" name="Shape 383"/>
          <p:cNvSpPr/>
          <p:nvPr/>
        </p:nvSpPr>
        <p:spPr>
          <a:xfrm>
            <a:off x="1154683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8" name="Text 384"/>
          <p:cNvSpPr/>
          <p:nvPr/>
        </p:nvSpPr>
        <p:spPr>
          <a:xfrm>
            <a:off x="1221358" y="62722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大阪北第７ブロック</a:t>
            </a:r>
            <a:endParaRPr lang="en-US" sz="825" dirty="0"/>
          </a:p>
        </p:txBody>
      </p:sp>
      <p:sp>
        <p:nvSpPr>
          <p:cNvPr id="399" name="Shape 385"/>
          <p:cNvSpPr/>
          <p:nvPr/>
        </p:nvSpPr>
        <p:spPr>
          <a:xfrm>
            <a:off x="2295079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0" name="Text 386"/>
          <p:cNvSpPr/>
          <p:nvPr/>
        </p:nvSpPr>
        <p:spPr>
          <a:xfrm>
            <a:off x="2304604" y="627221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0187</a:t>
            </a:r>
            <a:endParaRPr lang="en-US" sz="825" dirty="0"/>
          </a:p>
        </p:txBody>
      </p:sp>
      <p:sp>
        <p:nvSpPr>
          <p:cNvPr id="401" name="Shape 387"/>
          <p:cNvSpPr/>
          <p:nvPr/>
        </p:nvSpPr>
        <p:spPr>
          <a:xfrm>
            <a:off x="3435474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2" name="Text 388"/>
          <p:cNvSpPr/>
          <p:nvPr/>
        </p:nvSpPr>
        <p:spPr>
          <a:xfrm>
            <a:off x="3502149" y="62722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河内磐船店</a:t>
            </a:r>
            <a:endParaRPr lang="en-US" sz="825" dirty="0"/>
          </a:p>
        </p:txBody>
      </p:sp>
      <p:sp>
        <p:nvSpPr>
          <p:cNvPr id="403" name="Shape 389"/>
          <p:cNvSpPr/>
          <p:nvPr/>
        </p:nvSpPr>
        <p:spPr>
          <a:xfrm>
            <a:off x="4575870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4" name="Shape 390"/>
          <p:cNvSpPr/>
          <p:nvPr/>
        </p:nvSpPr>
        <p:spPr>
          <a:xfrm>
            <a:off x="4609207" y="625554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0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9207" y="6255544"/>
            <a:ext cx="1073721" cy="180975"/>
          </a:xfrm>
          <a:prstGeom prst="rect">
            <a:avLst/>
          </a:prstGeom>
        </p:spPr>
      </p:pic>
      <p:sp>
        <p:nvSpPr>
          <p:cNvPr id="406" name="Shape 391"/>
          <p:cNvSpPr/>
          <p:nvPr/>
        </p:nvSpPr>
        <p:spPr>
          <a:xfrm>
            <a:off x="5716265" y="62245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7" name="Text 392"/>
          <p:cNvSpPr/>
          <p:nvPr/>
        </p:nvSpPr>
        <p:spPr>
          <a:xfrm>
            <a:off x="5706740" y="62722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08" name="Shape 393"/>
          <p:cNvSpPr/>
          <p:nvPr/>
        </p:nvSpPr>
        <p:spPr>
          <a:xfrm>
            <a:off x="6856661" y="62245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9" name="Text 394"/>
          <p:cNvSpPr/>
          <p:nvPr/>
        </p:nvSpPr>
        <p:spPr>
          <a:xfrm>
            <a:off x="6847136" y="62722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10" name="Shape 395"/>
          <p:cNvSpPr/>
          <p:nvPr/>
        </p:nvSpPr>
        <p:spPr>
          <a:xfrm>
            <a:off x="7997056" y="62245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1" name="Text 396"/>
          <p:cNvSpPr/>
          <p:nvPr/>
        </p:nvSpPr>
        <p:spPr>
          <a:xfrm>
            <a:off x="7987531" y="62722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12" name="Shape 397"/>
          <p:cNvSpPr/>
          <p:nvPr/>
        </p:nvSpPr>
        <p:spPr>
          <a:xfrm>
            <a:off x="9137452" y="62245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3" name="Text 398"/>
          <p:cNvSpPr/>
          <p:nvPr/>
        </p:nvSpPr>
        <p:spPr>
          <a:xfrm>
            <a:off x="9127927" y="62722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14" name="Shape 399"/>
          <p:cNvSpPr/>
          <p:nvPr/>
        </p:nvSpPr>
        <p:spPr>
          <a:xfrm>
            <a:off x="10277847" y="62245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5" name="Text 400"/>
          <p:cNvSpPr/>
          <p:nvPr/>
        </p:nvSpPr>
        <p:spPr>
          <a:xfrm>
            <a:off x="10268322" y="62722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16" name="Shape 401"/>
          <p:cNvSpPr/>
          <p:nvPr/>
        </p:nvSpPr>
        <p:spPr>
          <a:xfrm>
            <a:off x="11418243" y="6224588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7" name="Text 402"/>
          <p:cNvSpPr/>
          <p:nvPr/>
        </p:nvSpPr>
        <p:spPr>
          <a:xfrm>
            <a:off x="11408718" y="627221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18" name="Shape 403"/>
          <p:cNvSpPr/>
          <p:nvPr/>
        </p:nvSpPr>
        <p:spPr>
          <a:xfrm>
            <a:off x="14288" y="646747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9" name="Shape 404"/>
          <p:cNvSpPr/>
          <p:nvPr/>
        </p:nvSpPr>
        <p:spPr>
          <a:xfrm>
            <a:off x="14288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0" name="Text 405"/>
          <p:cNvSpPr/>
          <p:nvPr/>
        </p:nvSpPr>
        <p:spPr>
          <a:xfrm>
            <a:off x="80963" y="65151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421" name="Shape 406"/>
          <p:cNvSpPr/>
          <p:nvPr/>
        </p:nvSpPr>
        <p:spPr>
          <a:xfrm>
            <a:off x="1154683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2" name="Text 407"/>
          <p:cNvSpPr/>
          <p:nvPr/>
        </p:nvSpPr>
        <p:spPr>
          <a:xfrm>
            <a:off x="1221358" y="65151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滋賀第３ブロック</a:t>
            </a:r>
            <a:endParaRPr lang="en-US" sz="825" dirty="0"/>
          </a:p>
        </p:txBody>
      </p:sp>
      <p:sp>
        <p:nvSpPr>
          <p:cNvPr id="423" name="Shape 408"/>
          <p:cNvSpPr/>
          <p:nvPr/>
        </p:nvSpPr>
        <p:spPr>
          <a:xfrm>
            <a:off x="2295079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4" name="Text 409"/>
          <p:cNvSpPr/>
          <p:nvPr/>
        </p:nvSpPr>
        <p:spPr>
          <a:xfrm>
            <a:off x="2304604" y="651510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0188</a:t>
            </a:r>
            <a:endParaRPr lang="en-US" sz="825" dirty="0"/>
          </a:p>
        </p:txBody>
      </p:sp>
      <p:sp>
        <p:nvSpPr>
          <p:cNvPr id="425" name="Shape 410"/>
          <p:cNvSpPr/>
          <p:nvPr/>
        </p:nvSpPr>
        <p:spPr>
          <a:xfrm>
            <a:off x="3435474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6" name="Text 411"/>
          <p:cNvSpPr/>
          <p:nvPr/>
        </p:nvSpPr>
        <p:spPr>
          <a:xfrm>
            <a:off x="3502149" y="65151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栗東店</a:t>
            </a:r>
            <a:endParaRPr lang="en-US" sz="825" dirty="0"/>
          </a:p>
        </p:txBody>
      </p:sp>
      <p:sp>
        <p:nvSpPr>
          <p:cNvPr id="427" name="Shape 412"/>
          <p:cNvSpPr/>
          <p:nvPr/>
        </p:nvSpPr>
        <p:spPr>
          <a:xfrm>
            <a:off x="4575870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8" name="Shape 413"/>
          <p:cNvSpPr/>
          <p:nvPr/>
        </p:nvSpPr>
        <p:spPr>
          <a:xfrm>
            <a:off x="4609207" y="649843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09207" y="6498431"/>
            <a:ext cx="1073721" cy="180975"/>
          </a:xfrm>
          <a:prstGeom prst="rect">
            <a:avLst/>
          </a:prstGeom>
        </p:spPr>
      </p:pic>
      <p:sp>
        <p:nvSpPr>
          <p:cNvPr id="430" name="Shape 414"/>
          <p:cNvSpPr/>
          <p:nvPr/>
        </p:nvSpPr>
        <p:spPr>
          <a:xfrm>
            <a:off x="5716265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1" name="Text 415"/>
          <p:cNvSpPr/>
          <p:nvPr/>
        </p:nvSpPr>
        <p:spPr>
          <a:xfrm>
            <a:off x="5706740" y="65151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432" name="Shape 416"/>
          <p:cNvSpPr/>
          <p:nvPr/>
        </p:nvSpPr>
        <p:spPr>
          <a:xfrm>
            <a:off x="6856661" y="64674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3" name="Shape 417"/>
          <p:cNvSpPr/>
          <p:nvPr/>
        </p:nvSpPr>
        <p:spPr>
          <a:xfrm>
            <a:off x="7997056" y="64674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4" name="Text 418"/>
          <p:cNvSpPr/>
          <p:nvPr/>
        </p:nvSpPr>
        <p:spPr>
          <a:xfrm>
            <a:off x="7987531" y="65151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35" name="Shape 419"/>
          <p:cNvSpPr/>
          <p:nvPr/>
        </p:nvSpPr>
        <p:spPr>
          <a:xfrm>
            <a:off x="9137452" y="64674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6" name="Text 420"/>
          <p:cNvSpPr/>
          <p:nvPr/>
        </p:nvSpPr>
        <p:spPr>
          <a:xfrm>
            <a:off x="9127927" y="65151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37" name="Shape 421"/>
          <p:cNvSpPr/>
          <p:nvPr/>
        </p:nvSpPr>
        <p:spPr>
          <a:xfrm>
            <a:off x="10277847" y="64674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8" name="Text 422"/>
          <p:cNvSpPr/>
          <p:nvPr/>
        </p:nvSpPr>
        <p:spPr>
          <a:xfrm>
            <a:off x="10268322" y="65151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39" name="Shape 423"/>
          <p:cNvSpPr/>
          <p:nvPr/>
        </p:nvSpPr>
        <p:spPr>
          <a:xfrm>
            <a:off x="11418243" y="646747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0" name="Text 424"/>
          <p:cNvSpPr/>
          <p:nvPr/>
        </p:nvSpPr>
        <p:spPr>
          <a:xfrm>
            <a:off x="11408718" y="651510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41" name="Shape 425"/>
          <p:cNvSpPr/>
          <p:nvPr/>
        </p:nvSpPr>
        <p:spPr>
          <a:xfrm>
            <a:off x="14288" y="671036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2" name="Shape 426"/>
          <p:cNvSpPr/>
          <p:nvPr/>
        </p:nvSpPr>
        <p:spPr>
          <a:xfrm>
            <a:off x="14288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3" name="Text 427"/>
          <p:cNvSpPr/>
          <p:nvPr/>
        </p:nvSpPr>
        <p:spPr>
          <a:xfrm>
            <a:off x="80963" y="67579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444" name="Shape 428"/>
          <p:cNvSpPr/>
          <p:nvPr/>
        </p:nvSpPr>
        <p:spPr>
          <a:xfrm>
            <a:off x="1154683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5" name="Text 429"/>
          <p:cNvSpPr/>
          <p:nvPr/>
        </p:nvSpPr>
        <p:spPr>
          <a:xfrm>
            <a:off x="1221358" y="67579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三重ブロック</a:t>
            </a:r>
            <a:endParaRPr lang="en-US" sz="825" dirty="0"/>
          </a:p>
        </p:txBody>
      </p:sp>
      <p:sp>
        <p:nvSpPr>
          <p:cNvPr id="446" name="Shape 430"/>
          <p:cNvSpPr/>
          <p:nvPr/>
        </p:nvSpPr>
        <p:spPr>
          <a:xfrm>
            <a:off x="2295079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7" name="Text 431"/>
          <p:cNvSpPr/>
          <p:nvPr/>
        </p:nvSpPr>
        <p:spPr>
          <a:xfrm>
            <a:off x="2304604" y="675798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0190</a:t>
            </a:r>
            <a:endParaRPr lang="en-US" sz="825" dirty="0"/>
          </a:p>
        </p:txBody>
      </p:sp>
      <p:sp>
        <p:nvSpPr>
          <p:cNvPr id="448" name="Shape 432"/>
          <p:cNvSpPr/>
          <p:nvPr/>
        </p:nvSpPr>
        <p:spPr>
          <a:xfrm>
            <a:off x="3435474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9" name="Text 433"/>
          <p:cNvSpPr/>
          <p:nvPr/>
        </p:nvSpPr>
        <p:spPr>
          <a:xfrm>
            <a:off x="3502149" y="67579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夏見橋店</a:t>
            </a:r>
            <a:endParaRPr lang="en-US" sz="825" dirty="0"/>
          </a:p>
        </p:txBody>
      </p:sp>
      <p:sp>
        <p:nvSpPr>
          <p:cNvPr id="450" name="Shape 434"/>
          <p:cNvSpPr/>
          <p:nvPr/>
        </p:nvSpPr>
        <p:spPr>
          <a:xfrm>
            <a:off x="4575870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1" name="Shape 435"/>
          <p:cNvSpPr/>
          <p:nvPr/>
        </p:nvSpPr>
        <p:spPr>
          <a:xfrm>
            <a:off x="4609207" y="674131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5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9207" y="6741319"/>
            <a:ext cx="1073721" cy="180975"/>
          </a:xfrm>
          <a:prstGeom prst="rect">
            <a:avLst/>
          </a:prstGeom>
        </p:spPr>
      </p:pic>
      <p:sp>
        <p:nvSpPr>
          <p:cNvPr id="453" name="Shape 436"/>
          <p:cNvSpPr/>
          <p:nvPr/>
        </p:nvSpPr>
        <p:spPr>
          <a:xfrm>
            <a:off x="5716265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4" name="Text 437"/>
          <p:cNvSpPr/>
          <p:nvPr/>
        </p:nvSpPr>
        <p:spPr>
          <a:xfrm>
            <a:off x="5706740" y="67579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455" name="Shape 438"/>
          <p:cNvSpPr/>
          <p:nvPr/>
        </p:nvSpPr>
        <p:spPr>
          <a:xfrm>
            <a:off x="6856661" y="67103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6" name="Shape 439"/>
          <p:cNvSpPr/>
          <p:nvPr/>
        </p:nvSpPr>
        <p:spPr>
          <a:xfrm>
            <a:off x="7997056" y="67103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7" name="Text 440"/>
          <p:cNvSpPr/>
          <p:nvPr/>
        </p:nvSpPr>
        <p:spPr>
          <a:xfrm>
            <a:off x="7987531" y="67579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58" name="Shape 441"/>
          <p:cNvSpPr/>
          <p:nvPr/>
        </p:nvSpPr>
        <p:spPr>
          <a:xfrm>
            <a:off x="9137452" y="67103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9" name="Text 442"/>
          <p:cNvSpPr/>
          <p:nvPr/>
        </p:nvSpPr>
        <p:spPr>
          <a:xfrm>
            <a:off x="9127927" y="67579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60" name="Shape 443"/>
          <p:cNvSpPr/>
          <p:nvPr/>
        </p:nvSpPr>
        <p:spPr>
          <a:xfrm>
            <a:off x="10277847" y="67103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1" name="Text 444"/>
          <p:cNvSpPr/>
          <p:nvPr/>
        </p:nvSpPr>
        <p:spPr>
          <a:xfrm>
            <a:off x="10268322" y="67579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62" name="Shape 445"/>
          <p:cNvSpPr/>
          <p:nvPr/>
        </p:nvSpPr>
        <p:spPr>
          <a:xfrm>
            <a:off x="11418243" y="671036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3" name="Text 446"/>
          <p:cNvSpPr/>
          <p:nvPr/>
        </p:nvSpPr>
        <p:spPr>
          <a:xfrm>
            <a:off x="11408718" y="675798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64" name="Shape 447"/>
          <p:cNvSpPr/>
          <p:nvPr/>
        </p:nvSpPr>
        <p:spPr>
          <a:xfrm>
            <a:off x="14288" y="695325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5" name="Shape 448"/>
          <p:cNvSpPr/>
          <p:nvPr/>
        </p:nvSpPr>
        <p:spPr>
          <a:xfrm>
            <a:off x="14288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6" name="Text 449"/>
          <p:cNvSpPr/>
          <p:nvPr/>
        </p:nvSpPr>
        <p:spPr>
          <a:xfrm>
            <a:off x="80963" y="70008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467" name="Shape 450"/>
          <p:cNvSpPr/>
          <p:nvPr/>
        </p:nvSpPr>
        <p:spPr>
          <a:xfrm>
            <a:off x="1154683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8" name="Text 451"/>
          <p:cNvSpPr/>
          <p:nvPr/>
        </p:nvSpPr>
        <p:spPr>
          <a:xfrm>
            <a:off x="1221358" y="70008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奈良第１ブロック</a:t>
            </a:r>
            <a:endParaRPr lang="en-US" sz="825" dirty="0"/>
          </a:p>
        </p:txBody>
      </p:sp>
      <p:sp>
        <p:nvSpPr>
          <p:cNvPr id="469" name="Shape 452"/>
          <p:cNvSpPr/>
          <p:nvPr/>
        </p:nvSpPr>
        <p:spPr>
          <a:xfrm>
            <a:off x="2295079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0" name="Text 453"/>
          <p:cNvSpPr/>
          <p:nvPr/>
        </p:nvSpPr>
        <p:spPr>
          <a:xfrm>
            <a:off x="2304604" y="700087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0192</a:t>
            </a:r>
            <a:endParaRPr lang="en-US" sz="825" dirty="0"/>
          </a:p>
        </p:txBody>
      </p:sp>
      <p:sp>
        <p:nvSpPr>
          <p:cNvPr id="471" name="Shape 454"/>
          <p:cNvSpPr/>
          <p:nvPr/>
        </p:nvSpPr>
        <p:spPr>
          <a:xfrm>
            <a:off x="3435474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2" name="Text 455"/>
          <p:cNvSpPr/>
          <p:nvPr/>
        </p:nvSpPr>
        <p:spPr>
          <a:xfrm>
            <a:off x="3502149" y="70008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生駒店</a:t>
            </a:r>
            <a:endParaRPr lang="en-US" sz="825" dirty="0"/>
          </a:p>
        </p:txBody>
      </p:sp>
      <p:sp>
        <p:nvSpPr>
          <p:cNvPr id="473" name="Shape 456"/>
          <p:cNvSpPr/>
          <p:nvPr/>
        </p:nvSpPr>
        <p:spPr>
          <a:xfrm>
            <a:off x="4575870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4" name="Shape 457"/>
          <p:cNvSpPr/>
          <p:nvPr/>
        </p:nvSpPr>
        <p:spPr>
          <a:xfrm>
            <a:off x="4609207" y="698420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75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9207" y="6984206"/>
            <a:ext cx="1073721" cy="180975"/>
          </a:xfrm>
          <a:prstGeom prst="rect">
            <a:avLst/>
          </a:prstGeom>
        </p:spPr>
      </p:pic>
      <p:sp>
        <p:nvSpPr>
          <p:cNvPr id="476" name="Shape 458"/>
          <p:cNvSpPr/>
          <p:nvPr/>
        </p:nvSpPr>
        <p:spPr>
          <a:xfrm>
            <a:off x="5716265" y="69532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7" name="Text 459"/>
          <p:cNvSpPr/>
          <p:nvPr/>
        </p:nvSpPr>
        <p:spPr>
          <a:xfrm>
            <a:off x="5706740" y="70008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78" name="Shape 460"/>
          <p:cNvSpPr/>
          <p:nvPr/>
        </p:nvSpPr>
        <p:spPr>
          <a:xfrm>
            <a:off x="6856661" y="69532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9" name="Text 461"/>
          <p:cNvSpPr/>
          <p:nvPr/>
        </p:nvSpPr>
        <p:spPr>
          <a:xfrm>
            <a:off x="6847136" y="70008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80" name="Shape 462"/>
          <p:cNvSpPr/>
          <p:nvPr/>
        </p:nvSpPr>
        <p:spPr>
          <a:xfrm>
            <a:off x="7997056" y="69532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1" name="Text 463"/>
          <p:cNvSpPr/>
          <p:nvPr/>
        </p:nvSpPr>
        <p:spPr>
          <a:xfrm>
            <a:off x="7987531" y="70008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82" name="Shape 464"/>
          <p:cNvSpPr/>
          <p:nvPr/>
        </p:nvSpPr>
        <p:spPr>
          <a:xfrm>
            <a:off x="9137452" y="69532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3" name="Text 465"/>
          <p:cNvSpPr/>
          <p:nvPr/>
        </p:nvSpPr>
        <p:spPr>
          <a:xfrm>
            <a:off x="9127927" y="70008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84" name="Shape 466"/>
          <p:cNvSpPr/>
          <p:nvPr/>
        </p:nvSpPr>
        <p:spPr>
          <a:xfrm>
            <a:off x="10277847" y="69532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5" name="Text 467"/>
          <p:cNvSpPr/>
          <p:nvPr/>
        </p:nvSpPr>
        <p:spPr>
          <a:xfrm>
            <a:off x="10268322" y="70008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86" name="Shape 468"/>
          <p:cNvSpPr/>
          <p:nvPr/>
        </p:nvSpPr>
        <p:spPr>
          <a:xfrm>
            <a:off x="11418243" y="695325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7" name="Text 469"/>
          <p:cNvSpPr/>
          <p:nvPr/>
        </p:nvSpPr>
        <p:spPr>
          <a:xfrm>
            <a:off x="11408718" y="700087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488" name="Shape 470"/>
          <p:cNvSpPr/>
          <p:nvPr/>
        </p:nvSpPr>
        <p:spPr>
          <a:xfrm>
            <a:off x="14288" y="719613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9" name="Shape 471"/>
          <p:cNvSpPr/>
          <p:nvPr/>
        </p:nvSpPr>
        <p:spPr>
          <a:xfrm>
            <a:off x="14288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0" name="Text 472"/>
          <p:cNvSpPr/>
          <p:nvPr/>
        </p:nvSpPr>
        <p:spPr>
          <a:xfrm>
            <a:off x="80963" y="72437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491" name="Shape 473"/>
          <p:cNvSpPr/>
          <p:nvPr/>
        </p:nvSpPr>
        <p:spPr>
          <a:xfrm>
            <a:off x="1154683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2" name="Text 474"/>
          <p:cNvSpPr/>
          <p:nvPr/>
        </p:nvSpPr>
        <p:spPr>
          <a:xfrm>
            <a:off x="1221358" y="72437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奈良第２ブロック</a:t>
            </a:r>
            <a:endParaRPr lang="en-US" sz="825" dirty="0"/>
          </a:p>
        </p:txBody>
      </p:sp>
      <p:sp>
        <p:nvSpPr>
          <p:cNvPr id="493" name="Shape 475"/>
          <p:cNvSpPr/>
          <p:nvPr/>
        </p:nvSpPr>
        <p:spPr>
          <a:xfrm>
            <a:off x="2295079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4" name="Text 476"/>
          <p:cNvSpPr/>
          <p:nvPr/>
        </p:nvSpPr>
        <p:spPr>
          <a:xfrm>
            <a:off x="2304604" y="724376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0193</a:t>
            </a:r>
            <a:endParaRPr lang="en-US" sz="825" dirty="0"/>
          </a:p>
        </p:txBody>
      </p:sp>
      <p:sp>
        <p:nvSpPr>
          <p:cNvPr id="495" name="Shape 477"/>
          <p:cNvSpPr/>
          <p:nvPr/>
        </p:nvSpPr>
        <p:spPr>
          <a:xfrm>
            <a:off x="3435474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6" name="Text 478"/>
          <p:cNvSpPr/>
          <p:nvPr/>
        </p:nvSpPr>
        <p:spPr>
          <a:xfrm>
            <a:off x="3502149" y="72437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三和町店</a:t>
            </a:r>
            <a:endParaRPr lang="en-US" sz="825" dirty="0"/>
          </a:p>
        </p:txBody>
      </p:sp>
      <p:sp>
        <p:nvSpPr>
          <p:cNvPr id="497" name="Shape 479"/>
          <p:cNvSpPr/>
          <p:nvPr/>
        </p:nvSpPr>
        <p:spPr>
          <a:xfrm>
            <a:off x="4575870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8" name="Shape 480"/>
          <p:cNvSpPr/>
          <p:nvPr/>
        </p:nvSpPr>
        <p:spPr>
          <a:xfrm>
            <a:off x="4609207" y="722709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9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9207" y="7227094"/>
            <a:ext cx="1073721" cy="180975"/>
          </a:xfrm>
          <a:prstGeom prst="rect">
            <a:avLst/>
          </a:prstGeom>
        </p:spPr>
      </p:pic>
      <p:sp>
        <p:nvSpPr>
          <p:cNvPr id="500" name="Shape 481"/>
          <p:cNvSpPr/>
          <p:nvPr/>
        </p:nvSpPr>
        <p:spPr>
          <a:xfrm>
            <a:off x="5716265" y="71961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1" name="Text 482"/>
          <p:cNvSpPr/>
          <p:nvPr/>
        </p:nvSpPr>
        <p:spPr>
          <a:xfrm>
            <a:off x="5706740" y="72437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02" name="Shape 483"/>
          <p:cNvSpPr/>
          <p:nvPr/>
        </p:nvSpPr>
        <p:spPr>
          <a:xfrm>
            <a:off x="6856661" y="71961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3" name="Text 484"/>
          <p:cNvSpPr/>
          <p:nvPr/>
        </p:nvSpPr>
        <p:spPr>
          <a:xfrm>
            <a:off x="6847136" y="72437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04" name="Shape 485"/>
          <p:cNvSpPr/>
          <p:nvPr/>
        </p:nvSpPr>
        <p:spPr>
          <a:xfrm>
            <a:off x="7997056" y="71961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5" name="Text 486"/>
          <p:cNvSpPr/>
          <p:nvPr/>
        </p:nvSpPr>
        <p:spPr>
          <a:xfrm>
            <a:off x="7987531" y="72437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06" name="Shape 487"/>
          <p:cNvSpPr/>
          <p:nvPr/>
        </p:nvSpPr>
        <p:spPr>
          <a:xfrm>
            <a:off x="9137452" y="71961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7" name="Text 488"/>
          <p:cNvSpPr/>
          <p:nvPr/>
        </p:nvSpPr>
        <p:spPr>
          <a:xfrm>
            <a:off x="9127927" y="72437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08" name="Shape 489"/>
          <p:cNvSpPr/>
          <p:nvPr/>
        </p:nvSpPr>
        <p:spPr>
          <a:xfrm>
            <a:off x="10277847" y="71961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9" name="Text 490"/>
          <p:cNvSpPr/>
          <p:nvPr/>
        </p:nvSpPr>
        <p:spPr>
          <a:xfrm>
            <a:off x="10268322" y="72437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10" name="Shape 491"/>
          <p:cNvSpPr/>
          <p:nvPr/>
        </p:nvSpPr>
        <p:spPr>
          <a:xfrm>
            <a:off x="11418243" y="7196138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1" name="Text 492"/>
          <p:cNvSpPr/>
          <p:nvPr/>
        </p:nvSpPr>
        <p:spPr>
          <a:xfrm>
            <a:off x="11408718" y="724376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12" name="Shape 493"/>
          <p:cNvSpPr/>
          <p:nvPr/>
        </p:nvSpPr>
        <p:spPr>
          <a:xfrm>
            <a:off x="14288" y="743902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3" name="Shape 494"/>
          <p:cNvSpPr/>
          <p:nvPr/>
        </p:nvSpPr>
        <p:spPr>
          <a:xfrm>
            <a:off x="14288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4" name="Text 495"/>
          <p:cNvSpPr/>
          <p:nvPr/>
        </p:nvSpPr>
        <p:spPr>
          <a:xfrm>
            <a:off x="80963" y="74866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515" name="Shape 496"/>
          <p:cNvSpPr/>
          <p:nvPr/>
        </p:nvSpPr>
        <p:spPr>
          <a:xfrm>
            <a:off x="1154683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6" name="Text 497"/>
          <p:cNvSpPr/>
          <p:nvPr/>
        </p:nvSpPr>
        <p:spPr>
          <a:xfrm>
            <a:off x="1221358" y="74866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奈良第３ブロック</a:t>
            </a:r>
            <a:endParaRPr lang="en-US" sz="825" dirty="0"/>
          </a:p>
        </p:txBody>
      </p:sp>
      <p:sp>
        <p:nvSpPr>
          <p:cNvPr id="517" name="Shape 498"/>
          <p:cNvSpPr/>
          <p:nvPr/>
        </p:nvSpPr>
        <p:spPr>
          <a:xfrm>
            <a:off x="2295079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8" name="Text 499"/>
          <p:cNvSpPr/>
          <p:nvPr/>
        </p:nvSpPr>
        <p:spPr>
          <a:xfrm>
            <a:off x="2304604" y="748665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0194</a:t>
            </a:r>
            <a:endParaRPr lang="en-US" sz="825" dirty="0"/>
          </a:p>
        </p:txBody>
      </p:sp>
      <p:sp>
        <p:nvSpPr>
          <p:cNvPr id="519" name="Shape 500"/>
          <p:cNvSpPr/>
          <p:nvPr/>
        </p:nvSpPr>
        <p:spPr>
          <a:xfrm>
            <a:off x="3435474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0" name="Text 501"/>
          <p:cNvSpPr/>
          <p:nvPr/>
        </p:nvSpPr>
        <p:spPr>
          <a:xfrm>
            <a:off x="3502149" y="74866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御所店</a:t>
            </a:r>
            <a:endParaRPr lang="en-US" sz="825" dirty="0"/>
          </a:p>
        </p:txBody>
      </p:sp>
      <p:sp>
        <p:nvSpPr>
          <p:cNvPr id="521" name="Shape 502"/>
          <p:cNvSpPr/>
          <p:nvPr/>
        </p:nvSpPr>
        <p:spPr>
          <a:xfrm>
            <a:off x="4575870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2" name="Shape 503"/>
          <p:cNvSpPr/>
          <p:nvPr/>
        </p:nvSpPr>
        <p:spPr>
          <a:xfrm>
            <a:off x="4609207" y="746998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09207" y="7469981"/>
            <a:ext cx="1073721" cy="180975"/>
          </a:xfrm>
          <a:prstGeom prst="rect">
            <a:avLst/>
          </a:prstGeom>
        </p:spPr>
      </p:pic>
      <p:sp>
        <p:nvSpPr>
          <p:cNvPr id="524" name="Shape 504"/>
          <p:cNvSpPr/>
          <p:nvPr/>
        </p:nvSpPr>
        <p:spPr>
          <a:xfrm>
            <a:off x="5716265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5" name="Text 505"/>
          <p:cNvSpPr/>
          <p:nvPr/>
        </p:nvSpPr>
        <p:spPr>
          <a:xfrm>
            <a:off x="5706740" y="74866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526" name="Shape 506"/>
          <p:cNvSpPr/>
          <p:nvPr/>
        </p:nvSpPr>
        <p:spPr>
          <a:xfrm>
            <a:off x="6856661" y="74390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7" name="Shape 507"/>
          <p:cNvSpPr/>
          <p:nvPr/>
        </p:nvSpPr>
        <p:spPr>
          <a:xfrm>
            <a:off x="7997056" y="74390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8" name="Text 508"/>
          <p:cNvSpPr/>
          <p:nvPr/>
        </p:nvSpPr>
        <p:spPr>
          <a:xfrm>
            <a:off x="7987531" y="74866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29" name="Shape 509"/>
          <p:cNvSpPr/>
          <p:nvPr/>
        </p:nvSpPr>
        <p:spPr>
          <a:xfrm>
            <a:off x="9137452" y="74390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0" name="Text 510"/>
          <p:cNvSpPr/>
          <p:nvPr/>
        </p:nvSpPr>
        <p:spPr>
          <a:xfrm>
            <a:off x="9127927" y="74866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31" name="Shape 511"/>
          <p:cNvSpPr/>
          <p:nvPr/>
        </p:nvSpPr>
        <p:spPr>
          <a:xfrm>
            <a:off x="10277847" y="74390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2" name="Text 512"/>
          <p:cNvSpPr/>
          <p:nvPr/>
        </p:nvSpPr>
        <p:spPr>
          <a:xfrm>
            <a:off x="10268322" y="74866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33" name="Shape 513"/>
          <p:cNvSpPr/>
          <p:nvPr/>
        </p:nvSpPr>
        <p:spPr>
          <a:xfrm>
            <a:off x="11418243" y="743902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4" name="Text 514"/>
          <p:cNvSpPr/>
          <p:nvPr/>
        </p:nvSpPr>
        <p:spPr>
          <a:xfrm>
            <a:off x="11408718" y="748665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35" name="Shape 515"/>
          <p:cNvSpPr/>
          <p:nvPr/>
        </p:nvSpPr>
        <p:spPr>
          <a:xfrm>
            <a:off x="14288" y="7681912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6" name="Shape 516"/>
          <p:cNvSpPr/>
          <p:nvPr/>
        </p:nvSpPr>
        <p:spPr>
          <a:xfrm>
            <a:off x="14288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7" name="Text 517"/>
          <p:cNvSpPr/>
          <p:nvPr/>
        </p:nvSpPr>
        <p:spPr>
          <a:xfrm>
            <a:off x="80963" y="77295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538" name="Shape 518"/>
          <p:cNvSpPr/>
          <p:nvPr/>
        </p:nvSpPr>
        <p:spPr>
          <a:xfrm>
            <a:off x="1154683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9" name="Text 519"/>
          <p:cNvSpPr/>
          <p:nvPr/>
        </p:nvSpPr>
        <p:spPr>
          <a:xfrm>
            <a:off x="1221358" y="77295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奈良第２ブロック</a:t>
            </a:r>
            <a:endParaRPr lang="en-US" sz="825" dirty="0"/>
          </a:p>
        </p:txBody>
      </p:sp>
      <p:sp>
        <p:nvSpPr>
          <p:cNvPr id="540" name="Shape 520"/>
          <p:cNvSpPr/>
          <p:nvPr/>
        </p:nvSpPr>
        <p:spPr>
          <a:xfrm>
            <a:off x="2295079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1" name="Text 521"/>
          <p:cNvSpPr/>
          <p:nvPr/>
        </p:nvSpPr>
        <p:spPr>
          <a:xfrm>
            <a:off x="2304604" y="772953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0196</a:t>
            </a:r>
            <a:endParaRPr lang="en-US" sz="825" dirty="0"/>
          </a:p>
        </p:txBody>
      </p:sp>
      <p:sp>
        <p:nvSpPr>
          <p:cNvPr id="542" name="Shape 522"/>
          <p:cNvSpPr/>
          <p:nvPr/>
        </p:nvSpPr>
        <p:spPr>
          <a:xfrm>
            <a:off x="3435474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3" name="Text 523"/>
          <p:cNvSpPr/>
          <p:nvPr/>
        </p:nvSpPr>
        <p:spPr>
          <a:xfrm>
            <a:off x="3502149" y="77295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香芝逢坂店</a:t>
            </a:r>
            <a:endParaRPr lang="en-US" sz="825" dirty="0"/>
          </a:p>
        </p:txBody>
      </p:sp>
      <p:sp>
        <p:nvSpPr>
          <p:cNvPr id="544" name="Shape 524"/>
          <p:cNvSpPr/>
          <p:nvPr/>
        </p:nvSpPr>
        <p:spPr>
          <a:xfrm>
            <a:off x="4575870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5" name="Shape 525"/>
          <p:cNvSpPr/>
          <p:nvPr/>
        </p:nvSpPr>
        <p:spPr>
          <a:xfrm>
            <a:off x="4609207" y="771286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6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09207" y="7712869"/>
            <a:ext cx="1073721" cy="180975"/>
          </a:xfrm>
          <a:prstGeom prst="rect">
            <a:avLst/>
          </a:prstGeom>
        </p:spPr>
      </p:pic>
      <p:sp>
        <p:nvSpPr>
          <p:cNvPr id="547" name="Shape 526"/>
          <p:cNvSpPr/>
          <p:nvPr/>
        </p:nvSpPr>
        <p:spPr>
          <a:xfrm>
            <a:off x="5716265" y="7681912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8" name="Text 527"/>
          <p:cNvSpPr/>
          <p:nvPr/>
        </p:nvSpPr>
        <p:spPr>
          <a:xfrm>
            <a:off x="5706740" y="77295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49" name="Shape 528"/>
          <p:cNvSpPr/>
          <p:nvPr/>
        </p:nvSpPr>
        <p:spPr>
          <a:xfrm>
            <a:off x="6856661" y="7681912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0" name="Text 529"/>
          <p:cNvSpPr/>
          <p:nvPr/>
        </p:nvSpPr>
        <p:spPr>
          <a:xfrm>
            <a:off x="6847136" y="77295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51" name="Shape 530"/>
          <p:cNvSpPr/>
          <p:nvPr/>
        </p:nvSpPr>
        <p:spPr>
          <a:xfrm>
            <a:off x="7997056" y="7681912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2" name="Text 531"/>
          <p:cNvSpPr/>
          <p:nvPr/>
        </p:nvSpPr>
        <p:spPr>
          <a:xfrm>
            <a:off x="7987531" y="77295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53" name="Shape 532"/>
          <p:cNvSpPr/>
          <p:nvPr/>
        </p:nvSpPr>
        <p:spPr>
          <a:xfrm>
            <a:off x="9137452" y="7681912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4" name="Text 533"/>
          <p:cNvSpPr/>
          <p:nvPr/>
        </p:nvSpPr>
        <p:spPr>
          <a:xfrm>
            <a:off x="9127927" y="77295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55" name="Shape 534"/>
          <p:cNvSpPr/>
          <p:nvPr/>
        </p:nvSpPr>
        <p:spPr>
          <a:xfrm>
            <a:off x="10277847" y="7681912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6" name="Text 535"/>
          <p:cNvSpPr/>
          <p:nvPr/>
        </p:nvSpPr>
        <p:spPr>
          <a:xfrm>
            <a:off x="10268322" y="77295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57" name="Shape 536"/>
          <p:cNvSpPr/>
          <p:nvPr/>
        </p:nvSpPr>
        <p:spPr>
          <a:xfrm>
            <a:off x="11418243" y="7681912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8" name="Text 537"/>
          <p:cNvSpPr/>
          <p:nvPr/>
        </p:nvSpPr>
        <p:spPr>
          <a:xfrm>
            <a:off x="11408718" y="772953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59" name="Shape 538"/>
          <p:cNvSpPr/>
          <p:nvPr/>
        </p:nvSpPr>
        <p:spPr>
          <a:xfrm>
            <a:off x="14288" y="792480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0" name="Shape 539"/>
          <p:cNvSpPr/>
          <p:nvPr/>
        </p:nvSpPr>
        <p:spPr>
          <a:xfrm>
            <a:off x="14288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1" name="Text 540"/>
          <p:cNvSpPr/>
          <p:nvPr/>
        </p:nvSpPr>
        <p:spPr>
          <a:xfrm>
            <a:off x="80963" y="79724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ドラッグ第三営業部</a:t>
            </a:r>
            <a:endParaRPr lang="en-US" sz="825" dirty="0"/>
          </a:p>
        </p:txBody>
      </p:sp>
      <p:sp>
        <p:nvSpPr>
          <p:cNvPr id="562" name="Shape 541"/>
          <p:cNvSpPr/>
          <p:nvPr/>
        </p:nvSpPr>
        <p:spPr>
          <a:xfrm>
            <a:off x="1154683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3" name="Text 542"/>
          <p:cNvSpPr/>
          <p:nvPr/>
        </p:nvSpPr>
        <p:spPr>
          <a:xfrm>
            <a:off x="1221358" y="79724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兵庫第２ブロック</a:t>
            </a:r>
            <a:endParaRPr lang="en-US" sz="825" dirty="0"/>
          </a:p>
        </p:txBody>
      </p:sp>
      <p:sp>
        <p:nvSpPr>
          <p:cNvPr id="564" name="Shape 543"/>
          <p:cNvSpPr/>
          <p:nvPr/>
        </p:nvSpPr>
        <p:spPr>
          <a:xfrm>
            <a:off x="2295079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5" name="Text 544"/>
          <p:cNvSpPr/>
          <p:nvPr/>
        </p:nvSpPr>
        <p:spPr>
          <a:xfrm>
            <a:off x="2304604" y="797242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0197</a:t>
            </a:r>
            <a:endParaRPr lang="en-US" sz="825" dirty="0"/>
          </a:p>
        </p:txBody>
      </p:sp>
      <p:sp>
        <p:nvSpPr>
          <p:cNvPr id="566" name="Shape 545"/>
          <p:cNvSpPr/>
          <p:nvPr/>
        </p:nvSpPr>
        <p:spPr>
          <a:xfrm>
            <a:off x="3435474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7" name="Text 546"/>
          <p:cNvSpPr/>
          <p:nvPr/>
        </p:nvSpPr>
        <p:spPr>
          <a:xfrm>
            <a:off x="3502149" y="79724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小野本町店</a:t>
            </a:r>
            <a:endParaRPr lang="en-US" sz="825" dirty="0"/>
          </a:p>
        </p:txBody>
      </p:sp>
      <p:sp>
        <p:nvSpPr>
          <p:cNvPr id="568" name="Shape 547"/>
          <p:cNvSpPr/>
          <p:nvPr/>
        </p:nvSpPr>
        <p:spPr>
          <a:xfrm>
            <a:off x="4575870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9" name="Shape 548"/>
          <p:cNvSpPr/>
          <p:nvPr/>
        </p:nvSpPr>
        <p:spPr>
          <a:xfrm>
            <a:off x="4609207" y="795575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70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09207" y="7955756"/>
            <a:ext cx="1073721" cy="180975"/>
          </a:xfrm>
          <a:prstGeom prst="rect">
            <a:avLst/>
          </a:prstGeom>
        </p:spPr>
      </p:pic>
      <p:sp>
        <p:nvSpPr>
          <p:cNvPr id="571" name="Shape 549"/>
          <p:cNvSpPr/>
          <p:nvPr/>
        </p:nvSpPr>
        <p:spPr>
          <a:xfrm>
            <a:off x="5716265" y="79248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2" name="Text 550"/>
          <p:cNvSpPr/>
          <p:nvPr/>
        </p:nvSpPr>
        <p:spPr>
          <a:xfrm>
            <a:off x="5706740" y="79724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73" name="Shape 551"/>
          <p:cNvSpPr/>
          <p:nvPr/>
        </p:nvSpPr>
        <p:spPr>
          <a:xfrm>
            <a:off x="6856661" y="79248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4" name="Text 552"/>
          <p:cNvSpPr/>
          <p:nvPr/>
        </p:nvSpPr>
        <p:spPr>
          <a:xfrm>
            <a:off x="6847136" y="79724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75" name="Shape 553"/>
          <p:cNvSpPr/>
          <p:nvPr/>
        </p:nvSpPr>
        <p:spPr>
          <a:xfrm>
            <a:off x="7997056" y="79248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6" name="Text 554"/>
          <p:cNvSpPr/>
          <p:nvPr/>
        </p:nvSpPr>
        <p:spPr>
          <a:xfrm>
            <a:off x="7987531" y="79724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77" name="Shape 555"/>
          <p:cNvSpPr/>
          <p:nvPr/>
        </p:nvSpPr>
        <p:spPr>
          <a:xfrm>
            <a:off x="9137452" y="79248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8" name="Text 556"/>
          <p:cNvSpPr/>
          <p:nvPr/>
        </p:nvSpPr>
        <p:spPr>
          <a:xfrm>
            <a:off x="9127927" y="79724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79" name="Shape 557"/>
          <p:cNvSpPr/>
          <p:nvPr/>
        </p:nvSpPr>
        <p:spPr>
          <a:xfrm>
            <a:off x="10277847" y="79248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0" name="Text 558"/>
          <p:cNvSpPr/>
          <p:nvPr/>
        </p:nvSpPr>
        <p:spPr>
          <a:xfrm>
            <a:off x="10268322" y="79724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81" name="Shape 559"/>
          <p:cNvSpPr/>
          <p:nvPr/>
        </p:nvSpPr>
        <p:spPr>
          <a:xfrm>
            <a:off x="11418243" y="792480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2" name="Text 560"/>
          <p:cNvSpPr/>
          <p:nvPr/>
        </p:nvSpPr>
        <p:spPr>
          <a:xfrm>
            <a:off x="11408718" y="797242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83" name="Shape 561"/>
          <p:cNvSpPr/>
          <p:nvPr/>
        </p:nvSpPr>
        <p:spPr>
          <a:xfrm>
            <a:off x="14288" y="8167687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4" name="Shape 562"/>
          <p:cNvSpPr/>
          <p:nvPr/>
        </p:nvSpPr>
        <p:spPr>
          <a:xfrm>
            <a:off x="14288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5" name="Text 563"/>
          <p:cNvSpPr/>
          <p:nvPr/>
        </p:nvSpPr>
        <p:spPr>
          <a:xfrm>
            <a:off x="80963" y="82153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586" name="Shape 564"/>
          <p:cNvSpPr/>
          <p:nvPr/>
        </p:nvSpPr>
        <p:spPr>
          <a:xfrm>
            <a:off x="1154683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7" name="Text 565"/>
          <p:cNvSpPr/>
          <p:nvPr/>
        </p:nvSpPr>
        <p:spPr>
          <a:xfrm>
            <a:off x="1221358" y="82153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三重ブロック</a:t>
            </a:r>
            <a:endParaRPr lang="en-US" sz="825" dirty="0"/>
          </a:p>
        </p:txBody>
      </p:sp>
      <p:sp>
        <p:nvSpPr>
          <p:cNvPr id="588" name="Shape 566"/>
          <p:cNvSpPr/>
          <p:nvPr/>
        </p:nvSpPr>
        <p:spPr>
          <a:xfrm>
            <a:off x="2295079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9" name="Text 567"/>
          <p:cNvSpPr/>
          <p:nvPr/>
        </p:nvSpPr>
        <p:spPr>
          <a:xfrm>
            <a:off x="2304604" y="821531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0199</a:t>
            </a:r>
            <a:endParaRPr lang="en-US" sz="825" dirty="0"/>
          </a:p>
        </p:txBody>
      </p:sp>
      <p:sp>
        <p:nvSpPr>
          <p:cNvPr id="590" name="Shape 568"/>
          <p:cNvSpPr/>
          <p:nvPr/>
        </p:nvSpPr>
        <p:spPr>
          <a:xfrm>
            <a:off x="3435474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1" name="Text 569"/>
          <p:cNvSpPr/>
          <p:nvPr/>
        </p:nvSpPr>
        <p:spPr>
          <a:xfrm>
            <a:off x="3502149" y="82153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伊賀上野東店</a:t>
            </a:r>
            <a:endParaRPr lang="en-US" sz="825" dirty="0"/>
          </a:p>
        </p:txBody>
      </p:sp>
      <p:sp>
        <p:nvSpPr>
          <p:cNvPr id="592" name="Shape 570"/>
          <p:cNvSpPr/>
          <p:nvPr/>
        </p:nvSpPr>
        <p:spPr>
          <a:xfrm>
            <a:off x="4575870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3" name="Shape 571"/>
          <p:cNvSpPr/>
          <p:nvPr/>
        </p:nvSpPr>
        <p:spPr>
          <a:xfrm>
            <a:off x="4609207" y="819864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94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09207" y="8198644"/>
            <a:ext cx="1073721" cy="180975"/>
          </a:xfrm>
          <a:prstGeom prst="rect">
            <a:avLst/>
          </a:prstGeom>
        </p:spPr>
      </p:pic>
      <p:sp>
        <p:nvSpPr>
          <p:cNvPr id="595" name="Shape 572"/>
          <p:cNvSpPr/>
          <p:nvPr/>
        </p:nvSpPr>
        <p:spPr>
          <a:xfrm>
            <a:off x="5716265" y="8167687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6" name="Text 573"/>
          <p:cNvSpPr/>
          <p:nvPr/>
        </p:nvSpPr>
        <p:spPr>
          <a:xfrm>
            <a:off x="5706740" y="82153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97" name="Shape 574"/>
          <p:cNvSpPr/>
          <p:nvPr/>
        </p:nvSpPr>
        <p:spPr>
          <a:xfrm>
            <a:off x="6856661" y="8167687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8" name="Text 575"/>
          <p:cNvSpPr/>
          <p:nvPr/>
        </p:nvSpPr>
        <p:spPr>
          <a:xfrm>
            <a:off x="6847136" y="82153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599" name="Shape 576"/>
          <p:cNvSpPr/>
          <p:nvPr/>
        </p:nvSpPr>
        <p:spPr>
          <a:xfrm>
            <a:off x="7997056" y="8167687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0" name="Text 577"/>
          <p:cNvSpPr/>
          <p:nvPr/>
        </p:nvSpPr>
        <p:spPr>
          <a:xfrm>
            <a:off x="7987531" y="82153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01" name="Shape 578"/>
          <p:cNvSpPr/>
          <p:nvPr/>
        </p:nvSpPr>
        <p:spPr>
          <a:xfrm>
            <a:off x="9137452" y="8167687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2" name="Text 579"/>
          <p:cNvSpPr/>
          <p:nvPr/>
        </p:nvSpPr>
        <p:spPr>
          <a:xfrm>
            <a:off x="9127927" y="82153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03" name="Shape 580"/>
          <p:cNvSpPr/>
          <p:nvPr/>
        </p:nvSpPr>
        <p:spPr>
          <a:xfrm>
            <a:off x="10277847" y="8167687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4" name="Text 581"/>
          <p:cNvSpPr/>
          <p:nvPr/>
        </p:nvSpPr>
        <p:spPr>
          <a:xfrm>
            <a:off x="10268322" y="82153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05" name="Shape 582"/>
          <p:cNvSpPr/>
          <p:nvPr/>
        </p:nvSpPr>
        <p:spPr>
          <a:xfrm>
            <a:off x="11418243" y="8167687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6" name="Text 583"/>
          <p:cNvSpPr/>
          <p:nvPr/>
        </p:nvSpPr>
        <p:spPr>
          <a:xfrm>
            <a:off x="11408718" y="821531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07" name="Shape 584"/>
          <p:cNvSpPr/>
          <p:nvPr/>
        </p:nvSpPr>
        <p:spPr>
          <a:xfrm>
            <a:off x="14288" y="841057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8" name="Shape 585"/>
          <p:cNvSpPr/>
          <p:nvPr/>
        </p:nvSpPr>
        <p:spPr>
          <a:xfrm>
            <a:off x="14288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9" name="Text 586"/>
          <p:cNvSpPr/>
          <p:nvPr/>
        </p:nvSpPr>
        <p:spPr>
          <a:xfrm>
            <a:off x="80963" y="84582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610" name="Shape 587"/>
          <p:cNvSpPr/>
          <p:nvPr/>
        </p:nvSpPr>
        <p:spPr>
          <a:xfrm>
            <a:off x="1154683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1" name="Text 588"/>
          <p:cNvSpPr/>
          <p:nvPr/>
        </p:nvSpPr>
        <p:spPr>
          <a:xfrm>
            <a:off x="1221358" y="84582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滋賀第１ブロック</a:t>
            </a:r>
            <a:endParaRPr lang="en-US" sz="825" dirty="0"/>
          </a:p>
        </p:txBody>
      </p:sp>
      <p:sp>
        <p:nvSpPr>
          <p:cNvPr id="612" name="Shape 589"/>
          <p:cNvSpPr/>
          <p:nvPr/>
        </p:nvSpPr>
        <p:spPr>
          <a:xfrm>
            <a:off x="2295079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3" name="Text 590"/>
          <p:cNvSpPr/>
          <p:nvPr/>
        </p:nvSpPr>
        <p:spPr>
          <a:xfrm>
            <a:off x="2304604" y="845820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0200</a:t>
            </a:r>
            <a:endParaRPr lang="en-US" sz="825" dirty="0"/>
          </a:p>
        </p:txBody>
      </p:sp>
      <p:sp>
        <p:nvSpPr>
          <p:cNvPr id="614" name="Shape 591"/>
          <p:cNvSpPr/>
          <p:nvPr/>
        </p:nvSpPr>
        <p:spPr>
          <a:xfrm>
            <a:off x="3435474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5" name="Text 592"/>
          <p:cNvSpPr/>
          <p:nvPr/>
        </p:nvSpPr>
        <p:spPr>
          <a:xfrm>
            <a:off x="3502149" y="84582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皇子山店</a:t>
            </a:r>
            <a:endParaRPr lang="en-US" sz="825" dirty="0"/>
          </a:p>
        </p:txBody>
      </p:sp>
      <p:sp>
        <p:nvSpPr>
          <p:cNvPr id="616" name="Shape 593"/>
          <p:cNvSpPr/>
          <p:nvPr/>
        </p:nvSpPr>
        <p:spPr>
          <a:xfrm>
            <a:off x="4575870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7" name="Shape 594"/>
          <p:cNvSpPr/>
          <p:nvPr/>
        </p:nvSpPr>
        <p:spPr>
          <a:xfrm>
            <a:off x="4609207" y="844153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18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09207" y="8441531"/>
            <a:ext cx="1073721" cy="180975"/>
          </a:xfrm>
          <a:prstGeom prst="rect">
            <a:avLst/>
          </a:prstGeom>
        </p:spPr>
      </p:pic>
      <p:sp>
        <p:nvSpPr>
          <p:cNvPr id="619" name="Shape 595"/>
          <p:cNvSpPr/>
          <p:nvPr/>
        </p:nvSpPr>
        <p:spPr>
          <a:xfrm>
            <a:off x="5716265" y="84105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0" name="Text 596"/>
          <p:cNvSpPr/>
          <p:nvPr/>
        </p:nvSpPr>
        <p:spPr>
          <a:xfrm>
            <a:off x="5706740" y="84582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621" name="Shape 597"/>
          <p:cNvSpPr/>
          <p:nvPr/>
        </p:nvSpPr>
        <p:spPr>
          <a:xfrm>
            <a:off x="6856661" y="84105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2" name="Text 598"/>
          <p:cNvSpPr/>
          <p:nvPr/>
        </p:nvSpPr>
        <p:spPr>
          <a:xfrm>
            <a:off x="6847136" y="84582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23" name="Shape 599"/>
          <p:cNvSpPr/>
          <p:nvPr/>
        </p:nvSpPr>
        <p:spPr>
          <a:xfrm>
            <a:off x="7997056" y="84105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4" name="Text 600"/>
          <p:cNvSpPr/>
          <p:nvPr/>
        </p:nvSpPr>
        <p:spPr>
          <a:xfrm>
            <a:off x="7987531" y="84582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25" name="Shape 601"/>
          <p:cNvSpPr/>
          <p:nvPr/>
        </p:nvSpPr>
        <p:spPr>
          <a:xfrm>
            <a:off x="9137452" y="84105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6" name="Text 602"/>
          <p:cNvSpPr/>
          <p:nvPr/>
        </p:nvSpPr>
        <p:spPr>
          <a:xfrm>
            <a:off x="9127927" y="84582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27" name="Shape 603"/>
          <p:cNvSpPr/>
          <p:nvPr/>
        </p:nvSpPr>
        <p:spPr>
          <a:xfrm>
            <a:off x="10277847" y="84105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8" name="Text 604"/>
          <p:cNvSpPr/>
          <p:nvPr/>
        </p:nvSpPr>
        <p:spPr>
          <a:xfrm>
            <a:off x="10268322" y="84582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29" name="Shape 605"/>
          <p:cNvSpPr/>
          <p:nvPr/>
        </p:nvSpPr>
        <p:spPr>
          <a:xfrm>
            <a:off x="11418243" y="841057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0" name="Text 606"/>
          <p:cNvSpPr/>
          <p:nvPr/>
        </p:nvSpPr>
        <p:spPr>
          <a:xfrm>
            <a:off x="11408718" y="845820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31" name="Shape 607"/>
          <p:cNvSpPr/>
          <p:nvPr/>
        </p:nvSpPr>
        <p:spPr>
          <a:xfrm>
            <a:off x="14288" y="865346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2" name="Shape 608"/>
          <p:cNvSpPr/>
          <p:nvPr/>
        </p:nvSpPr>
        <p:spPr>
          <a:xfrm>
            <a:off x="14288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3" name="Text 609"/>
          <p:cNvSpPr/>
          <p:nvPr/>
        </p:nvSpPr>
        <p:spPr>
          <a:xfrm>
            <a:off x="80963" y="87010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634" name="Shape 610"/>
          <p:cNvSpPr/>
          <p:nvPr/>
        </p:nvSpPr>
        <p:spPr>
          <a:xfrm>
            <a:off x="1154683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5" name="Text 611"/>
          <p:cNvSpPr/>
          <p:nvPr/>
        </p:nvSpPr>
        <p:spPr>
          <a:xfrm>
            <a:off x="1221358" y="87010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北陸ブロック</a:t>
            </a:r>
            <a:endParaRPr lang="en-US" sz="825" dirty="0"/>
          </a:p>
        </p:txBody>
      </p:sp>
      <p:sp>
        <p:nvSpPr>
          <p:cNvPr id="636" name="Shape 612"/>
          <p:cNvSpPr/>
          <p:nvPr/>
        </p:nvSpPr>
        <p:spPr>
          <a:xfrm>
            <a:off x="2295079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7" name="Text 613"/>
          <p:cNvSpPr/>
          <p:nvPr/>
        </p:nvSpPr>
        <p:spPr>
          <a:xfrm>
            <a:off x="2304604" y="870108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0201</a:t>
            </a:r>
            <a:endParaRPr lang="en-US" sz="825" dirty="0"/>
          </a:p>
        </p:txBody>
      </p:sp>
      <p:sp>
        <p:nvSpPr>
          <p:cNvPr id="638" name="Shape 614"/>
          <p:cNvSpPr/>
          <p:nvPr/>
        </p:nvSpPr>
        <p:spPr>
          <a:xfrm>
            <a:off x="3435474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9" name="Text 615"/>
          <p:cNvSpPr/>
          <p:nvPr/>
        </p:nvSpPr>
        <p:spPr>
          <a:xfrm>
            <a:off x="3502149" y="87010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金沢駅西店</a:t>
            </a:r>
            <a:endParaRPr lang="en-US" sz="825" dirty="0"/>
          </a:p>
        </p:txBody>
      </p:sp>
      <p:sp>
        <p:nvSpPr>
          <p:cNvPr id="640" name="Shape 616"/>
          <p:cNvSpPr/>
          <p:nvPr/>
        </p:nvSpPr>
        <p:spPr>
          <a:xfrm>
            <a:off x="4575870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1" name="Shape 617"/>
          <p:cNvSpPr/>
          <p:nvPr/>
        </p:nvSpPr>
        <p:spPr>
          <a:xfrm>
            <a:off x="4609207" y="868441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42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09207" y="8684419"/>
            <a:ext cx="1073721" cy="180975"/>
          </a:xfrm>
          <a:prstGeom prst="rect">
            <a:avLst/>
          </a:prstGeom>
        </p:spPr>
      </p:pic>
      <p:sp>
        <p:nvSpPr>
          <p:cNvPr id="643" name="Shape 618"/>
          <p:cNvSpPr/>
          <p:nvPr/>
        </p:nvSpPr>
        <p:spPr>
          <a:xfrm>
            <a:off x="5716265" y="86534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4" name="Text 619"/>
          <p:cNvSpPr/>
          <p:nvPr/>
        </p:nvSpPr>
        <p:spPr>
          <a:xfrm>
            <a:off x="5706740" y="87010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645" name="Shape 620"/>
          <p:cNvSpPr/>
          <p:nvPr/>
        </p:nvSpPr>
        <p:spPr>
          <a:xfrm>
            <a:off x="6856661" y="86534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6" name="Text 621"/>
          <p:cNvSpPr/>
          <p:nvPr/>
        </p:nvSpPr>
        <p:spPr>
          <a:xfrm>
            <a:off x="6847136" y="87010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47" name="Shape 622"/>
          <p:cNvSpPr/>
          <p:nvPr/>
        </p:nvSpPr>
        <p:spPr>
          <a:xfrm>
            <a:off x="7997056" y="86534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8" name="Text 623"/>
          <p:cNvSpPr/>
          <p:nvPr/>
        </p:nvSpPr>
        <p:spPr>
          <a:xfrm>
            <a:off x="7987531" y="87010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49" name="Shape 624"/>
          <p:cNvSpPr/>
          <p:nvPr/>
        </p:nvSpPr>
        <p:spPr>
          <a:xfrm>
            <a:off x="9137452" y="86534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0" name="Text 625"/>
          <p:cNvSpPr/>
          <p:nvPr/>
        </p:nvSpPr>
        <p:spPr>
          <a:xfrm>
            <a:off x="9127927" y="87010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51" name="Shape 626"/>
          <p:cNvSpPr/>
          <p:nvPr/>
        </p:nvSpPr>
        <p:spPr>
          <a:xfrm>
            <a:off x="10277847" y="86534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2" name="Text 627"/>
          <p:cNvSpPr/>
          <p:nvPr/>
        </p:nvSpPr>
        <p:spPr>
          <a:xfrm>
            <a:off x="10268322" y="87010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53" name="Shape 628"/>
          <p:cNvSpPr/>
          <p:nvPr/>
        </p:nvSpPr>
        <p:spPr>
          <a:xfrm>
            <a:off x="11418243" y="865346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4" name="Text 629"/>
          <p:cNvSpPr/>
          <p:nvPr/>
        </p:nvSpPr>
        <p:spPr>
          <a:xfrm>
            <a:off x="11408718" y="870108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55" name="Shape 630"/>
          <p:cNvSpPr/>
          <p:nvPr/>
        </p:nvSpPr>
        <p:spPr>
          <a:xfrm>
            <a:off x="14288" y="889635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6" name="Shape 631"/>
          <p:cNvSpPr/>
          <p:nvPr/>
        </p:nvSpPr>
        <p:spPr>
          <a:xfrm>
            <a:off x="14288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7" name="Text 632"/>
          <p:cNvSpPr/>
          <p:nvPr/>
        </p:nvSpPr>
        <p:spPr>
          <a:xfrm>
            <a:off x="80963" y="89439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658" name="Shape 633"/>
          <p:cNvSpPr/>
          <p:nvPr/>
        </p:nvSpPr>
        <p:spPr>
          <a:xfrm>
            <a:off x="1154683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9" name="Text 634"/>
          <p:cNvSpPr/>
          <p:nvPr/>
        </p:nvSpPr>
        <p:spPr>
          <a:xfrm>
            <a:off x="1221358" y="89439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大阪南第４ブロック</a:t>
            </a:r>
            <a:endParaRPr lang="en-US" sz="825" dirty="0"/>
          </a:p>
        </p:txBody>
      </p:sp>
      <p:sp>
        <p:nvSpPr>
          <p:cNvPr id="660" name="Shape 635"/>
          <p:cNvSpPr/>
          <p:nvPr/>
        </p:nvSpPr>
        <p:spPr>
          <a:xfrm>
            <a:off x="2295079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1" name="Text 636"/>
          <p:cNvSpPr/>
          <p:nvPr/>
        </p:nvSpPr>
        <p:spPr>
          <a:xfrm>
            <a:off x="2304604" y="894397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0202</a:t>
            </a:r>
            <a:endParaRPr lang="en-US" sz="825" dirty="0"/>
          </a:p>
        </p:txBody>
      </p:sp>
      <p:sp>
        <p:nvSpPr>
          <p:cNvPr id="662" name="Shape 637"/>
          <p:cNvSpPr/>
          <p:nvPr/>
        </p:nvSpPr>
        <p:spPr>
          <a:xfrm>
            <a:off x="3435474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3" name="Text 638"/>
          <p:cNvSpPr/>
          <p:nvPr/>
        </p:nvSpPr>
        <p:spPr>
          <a:xfrm>
            <a:off x="3502149" y="894397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北花田店</a:t>
            </a:r>
            <a:endParaRPr lang="en-US" sz="825" dirty="0"/>
          </a:p>
        </p:txBody>
      </p:sp>
      <p:sp>
        <p:nvSpPr>
          <p:cNvPr id="664" name="Shape 639"/>
          <p:cNvSpPr/>
          <p:nvPr/>
        </p:nvSpPr>
        <p:spPr>
          <a:xfrm>
            <a:off x="4575870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5" name="Shape 640"/>
          <p:cNvSpPr/>
          <p:nvPr/>
        </p:nvSpPr>
        <p:spPr>
          <a:xfrm>
            <a:off x="4609207" y="892730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66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09207" y="8927306"/>
            <a:ext cx="1073721" cy="180975"/>
          </a:xfrm>
          <a:prstGeom prst="rect">
            <a:avLst/>
          </a:prstGeom>
        </p:spPr>
      </p:pic>
      <p:sp>
        <p:nvSpPr>
          <p:cNvPr id="667" name="Shape 641"/>
          <p:cNvSpPr/>
          <p:nvPr/>
        </p:nvSpPr>
        <p:spPr>
          <a:xfrm>
            <a:off x="5716265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8" name="Text 642"/>
          <p:cNvSpPr/>
          <p:nvPr/>
        </p:nvSpPr>
        <p:spPr>
          <a:xfrm>
            <a:off x="5706740" y="89439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669" name="Shape 643"/>
          <p:cNvSpPr/>
          <p:nvPr/>
        </p:nvSpPr>
        <p:spPr>
          <a:xfrm>
            <a:off x="6856661" y="889635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0" name="Shape 644"/>
          <p:cNvSpPr/>
          <p:nvPr/>
        </p:nvSpPr>
        <p:spPr>
          <a:xfrm>
            <a:off x="7997056" y="88963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1" name="Text 645"/>
          <p:cNvSpPr/>
          <p:nvPr/>
        </p:nvSpPr>
        <p:spPr>
          <a:xfrm>
            <a:off x="7987531" y="89439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72" name="Shape 646"/>
          <p:cNvSpPr/>
          <p:nvPr/>
        </p:nvSpPr>
        <p:spPr>
          <a:xfrm>
            <a:off x="9137452" y="88963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3" name="Text 647"/>
          <p:cNvSpPr/>
          <p:nvPr/>
        </p:nvSpPr>
        <p:spPr>
          <a:xfrm>
            <a:off x="9127927" y="89439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74" name="Shape 648"/>
          <p:cNvSpPr/>
          <p:nvPr/>
        </p:nvSpPr>
        <p:spPr>
          <a:xfrm>
            <a:off x="10277847" y="889635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5" name="Text 649"/>
          <p:cNvSpPr/>
          <p:nvPr/>
        </p:nvSpPr>
        <p:spPr>
          <a:xfrm>
            <a:off x="10268322" y="894397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76" name="Shape 650"/>
          <p:cNvSpPr/>
          <p:nvPr/>
        </p:nvSpPr>
        <p:spPr>
          <a:xfrm>
            <a:off x="11418243" y="889635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7" name="Text 651"/>
          <p:cNvSpPr/>
          <p:nvPr/>
        </p:nvSpPr>
        <p:spPr>
          <a:xfrm>
            <a:off x="11408718" y="894397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78" name="Shape 652"/>
          <p:cNvSpPr/>
          <p:nvPr/>
        </p:nvSpPr>
        <p:spPr>
          <a:xfrm>
            <a:off x="14288" y="913923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9" name="Shape 653"/>
          <p:cNvSpPr/>
          <p:nvPr/>
        </p:nvSpPr>
        <p:spPr>
          <a:xfrm>
            <a:off x="14288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0" name="Text 654"/>
          <p:cNvSpPr/>
          <p:nvPr/>
        </p:nvSpPr>
        <p:spPr>
          <a:xfrm>
            <a:off x="80963" y="91868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681" name="Shape 655"/>
          <p:cNvSpPr/>
          <p:nvPr/>
        </p:nvSpPr>
        <p:spPr>
          <a:xfrm>
            <a:off x="1154683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2" name="Text 656"/>
          <p:cNvSpPr/>
          <p:nvPr/>
        </p:nvSpPr>
        <p:spPr>
          <a:xfrm>
            <a:off x="1221358" y="91868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奈良第２ブロック</a:t>
            </a:r>
            <a:endParaRPr lang="en-US" sz="825" dirty="0"/>
          </a:p>
        </p:txBody>
      </p:sp>
      <p:sp>
        <p:nvSpPr>
          <p:cNvPr id="683" name="Shape 657"/>
          <p:cNvSpPr/>
          <p:nvPr/>
        </p:nvSpPr>
        <p:spPr>
          <a:xfrm>
            <a:off x="2295079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4" name="Text 658"/>
          <p:cNvSpPr/>
          <p:nvPr/>
        </p:nvSpPr>
        <p:spPr>
          <a:xfrm>
            <a:off x="2304604" y="918686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0204</a:t>
            </a:r>
            <a:endParaRPr lang="en-US" sz="825" dirty="0"/>
          </a:p>
        </p:txBody>
      </p:sp>
      <p:sp>
        <p:nvSpPr>
          <p:cNvPr id="685" name="Shape 659"/>
          <p:cNvSpPr/>
          <p:nvPr/>
        </p:nvSpPr>
        <p:spPr>
          <a:xfrm>
            <a:off x="3435474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6" name="Text 660"/>
          <p:cNvSpPr/>
          <p:nvPr/>
        </p:nvSpPr>
        <p:spPr>
          <a:xfrm>
            <a:off x="3502149" y="918686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上牧店</a:t>
            </a:r>
            <a:endParaRPr lang="en-US" sz="825" dirty="0"/>
          </a:p>
        </p:txBody>
      </p:sp>
      <p:sp>
        <p:nvSpPr>
          <p:cNvPr id="687" name="Shape 661"/>
          <p:cNvSpPr/>
          <p:nvPr/>
        </p:nvSpPr>
        <p:spPr>
          <a:xfrm>
            <a:off x="4575870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8" name="Shape 662"/>
          <p:cNvSpPr/>
          <p:nvPr/>
        </p:nvSpPr>
        <p:spPr>
          <a:xfrm>
            <a:off x="4609207" y="917019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89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09207" y="9170194"/>
            <a:ext cx="1073721" cy="180975"/>
          </a:xfrm>
          <a:prstGeom prst="rect">
            <a:avLst/>
          </a:prstGeom>
        </p:spPr>
      </p:pic>
      <p:sp>
        <p:nvSpPr>
          <p:cNvPr id="690" name="Shape 663"/>
          <p:cNvSpPr/>
          <p:nvPr/>
        </p:nvSpPr>
        <p:spPr>
          <a:xfrm>
            <a:off x="5716265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1" name="Text 664"/>
          <p:cNvSpPr/>
          <p:nvPr/>
        </p:nvSpPr>
        <p:spPr>
          <a:xfrm>
            <a:off x="5706740" y="91868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692" name="Shape 665"/>
          <p:cNvSpPr/>
          <p:nvPr/>
        </p:nvSpPr>
        <p:spPr>
          <a:xfrm>
            <a:off x="6856661" y="913923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3" name="Shape 666"/>
          <p:cNvSpPr/>
          <p:nvPr/>
        </p:nvSpPr>
        <p:spPr>
          <a:xfrm>
            <a:off x="7997056" y="91392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4" name="Text 667"/>
          <p:cNvSpPr/>
          <p:nvPr/>
        </p:nvSpPr>
        <p:spPr>
          <a:xfrm>
            <a:off x="7987531" y="91868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95" name="Shape 668"/>
          <p:cNvSpPr/>
          <p:nvPr/>
        </p:nvSpPr>
        <p:spPr>
          <a:xfrm>
            <a:off x="9137452" y="91392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6" name="Text 669"/>
          <p:cNvSpPr/>
          <p:nvPr/>
        </p:nvSpPr>
        <p:spPr>
          <a:xfrm>
            <a:off x="9127927" y="91868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97" name="Shape 670"/>
          <p:cNvSpPr/>
          <p:nvPr/>
        </p:nvSpPr>
        <p:spPr>
          <a:xfrm>
            <a:off x="10277847" y="913923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8" name="Text 671"/>
          <p:cNvSpPr/>
          <p:nvPr/>
        </p:nvSpPr>
        <p:spPr>
          <a:xfrm>
            <a:off x="10268322" y="918686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699" name="Shape 672"/>
          <p:cNvSpPr/>
          <p:nvPr/>
        </p:nvSpPr>
        <p:spPr>
          <a:xfrm>
            <a:off x="11418243" y="9139238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0" name="Text 673"/>
          <p:cNvSpPr/>
          <p:nvPr/>
        </p:nvSpPr>
        <p:spPr>
          <a:xfrm>
            <a:off x="11408718" y="918686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01" name="Shape 674"/>
          <p:cNvSpPr/>
          <p:nvPr/>
        </p:nvSpPr>
        <p:spPr>
          <a:xfrm>
            <a:off x="14288" y="938212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2" name="Shape 675"/>
          <p:cNvSpPr/>
          <p:nvPr/>
        </p:nvSpPr>
        <p:spPr>
          <a:xfrm>
            <a:off x="14288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3" name="Text 676"/>
          <p:cNvSpPr/>
          <p:nvPr/>
        </p:nvSpPr>
        <p:spPr>
          <a:xfrm>
            <a:off x="80963" y="94297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704" name="Shape 677"/>
          <p:cNvSpPr/>
          <p:nvPr/>
        </p:nvSpPr>
        <p:spPr>
          <a:xfrm>
            <a:off x="1154683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5" name="Text 678"/>
          <p:cNvSpPr/>
          <p:nvPr/>
        </p:nvSpPr>
        <p:spPr>
          <a:xfrm>
            <a:off x="1221358" y="94297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四国第２ブロック</a:t>
            </a:r>
            <a:endParaRPr lang="en-US" sz="825" dirty="0"/>
          </a:p>
        </p:txBody>
      </p:sp>
      <p:sp>
        <p:nvSpPr>
          <p:cNvPr id="706" name="Shape 679"/>
          <p:cNvSpPr/>
          <p:nvPr/>
        </p:nvSpPr>
        <p:spPr>
          <a:xfrm>
            <a:off x="2295079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7" name="Text 680"/>
          <p:cNvSpPr/>
          <p:nvPr/>
        </p:nvSpPr>
        <p:spPr>
          <a:xfrm>
            <a:off x="2304604" y="942975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0205</a:t>
            </a:r>
            <a:endParaRPr lang="en-US" sz="825" dirty="0"/>
          </a:p>
        </p:txBody>
      </p:sp>
      <p:sp>
        <p:nvSpPr>
          <p:cNvPr id="708" name="Shape 681"/>
          <p:cNvSpPr/>
          <p:nvPr/>
        </p:nvSpPr>
        <p:spPr>
          <a:xfrm>
            <a:off x="3435474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9" name="Text 682"/>
          <p:cNvSpPr/>
          <p:nvPr/>
        </p:nvSpPr>
        <p:spPr>
          <a:xfrm>
            <a:off x="3502149" y="942975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鴨島店</a:t>
            </a:r>
            <a:endParaRPr lang="en-US" sz="825" dirty="0"/>
          </a:p>
        </p:txBody>
      </p:sp>
      <p:sp>
        <p:nvSpPr>
          <p:cNvPr id="710" name="Shape 683"/>
          <p:cNvSpPr/>
          <p:nvPr/>
        </p:nvSpPr>
        <p:spPr>
          <a:xfrm>
            <a:off x="4575870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1" name="Shape 684"/>
          <p:cNvSpPr/>
          <p:nvPr/>
        </p:nvSpPr>
        <p:spPr>
          <a:xfrm>
            <a:off x="4609207" y="941308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12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09207" y="9413081"/>
            <a:ext cx="1073721" cy="180975"/>
          </a:xfrm>
          <a:prstGeom prst="rect">
            <a:avLst/>
          </a:prstGeom>
        </p:spPr>
      </p:pic>
      <p:sp>
        <p:nvSpPr>
          <p:cNvPr id="713" name="Shape 685"/>
          <p:cNvSpPr/>
          <p:nvPr/>
        </p:nvSpPr>
        <p:spPr>
          <a:xfrm>
            <a:off x="5716265" y="938212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4" name="Text 686"/>
          <p:cNvSpPr/>
          <p:nvPr/>
        </p:nvSpPr>
        <p:spPr>
          <a:xfrm>
            <a:off x="5706740" y="94297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715" name="Shape 687"/>
          <p:cNvSpPr/>
          <p:nvPr/>
        </p:nvSpPr>
        <p:spPr>
          <a:xfrm>
            <a:off x="6856661" y="93821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6" name="Text 688"/>
          <p:cNvSpPr/>
          <p:nvPr/>
        </p:nvSpPr>
        <p:spPr>
          <a:xfrm>
            <a:off x="6847136" y="94297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17" name="Shape 689"/>
          <p:cNvSpPr/>
          <p:nvPr/>
        </p:nvSpPr>
        <p:spPr>
          <a:xfrm>
            <a:off x="7997056" y="93821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8" name="Text 690"/>
          <p:cNvSpPr/>
          <p:nvPr/>
        </p:nvSpPr>
        <p:spPr>
          <a:xfrm>
            <a:off x="7987531" y="94297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19" name="Shape 691"/>
          <p:cNvSpPr/>
          <p:nvPr/>
        </p:nvSpPr>
        <p:spPr>
          <a:xfrm>
            <a:off x="9137452" y="93821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0" name="Text 692"/>
          <p:cNvSpPr/>
          <p:nvPr/>
        </p:nvSpPr>
        <p:spPr>
          <a:xfrm>
            <a:off x="9127927" y="94297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21" name="Shape 693"/>
          <p:cNvSpPr/>
          <p:nvPr/>
        </p:nvSpPr>
        <p:spPr>
          <a:xfrm>
            <a:off x="10277847" y="938212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2" name="Text 694"/>
          <p:cNvSpPr/>
          <p:nvPr/>
        </p:nvSpPr>
        <p:spPr>
          <a:xfrm>
            <a:off x="10268322" y="942975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23" name="Shape 695"/>
          <p:cNvSpPr/>
          <p:nvPr/>
        </p:nvSpPr>
        <p:spPr>
          <a:xfrm>
            <a:off x="11418243" y="938212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4" name="Text 696"/>
          <p:cNvSpPr/>
          <p:nvPr/>
        </p:nvSpPr>
        <p:spPr>
          <a:xfrm>
            <a:off x="11408718" y="942975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25" name="Shape 697"/>
          <p:cNvSpPr/>
          <p:nvPr/>
        </p:nvSpPr>
        <p:spPr>
          <a:xfrm>
            <a:off x="14288" y="962501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26" name="Shape 698"/>
          <p:cNvSpPr/>
          <p:nvPr/>
        </p:nvSpPr>
        <p:spPr>
          <a:xfrm>
            <a:off x="14288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7" name="Text 699"/>
          <p:cNvSpPr/>
          <p:nvPr/>
        </p:nvSpPr>
        <p:spPr>
          <a:xfrm>
            <a:off x="80963" y="96726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728" name="Shape 700"/>
          <p:cNvSpPr/>
          <p:nvPr/>
        </p:nvSpPr>
        <p:spPr>
          <a:xfrm>
            <a:off x="1154683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9" name="Text 701"/>
          <p:cNvSpPr/>
          <p:nvPr/>
        </p:nvSpPr>
        <p:spPr>
          <a:xfrm>
            <a:off x="1221358" y="96726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大阪北第１ブロック</a:t>
            </a:r>
            <a:endParaRPr lang="en-US" sz="825" dirty="0"/>
          </a:p>
        </p:txBody>
      </p:sp>
      <p:sp>
        <p:nvSpPr>
          <p:cNvPr id="730" name="Shape 702"/>
          <p:cNvSpPr/>
          <p:nvPr/>
        </p:nvSpPr>
        <p:spPr>
          <a:xfrm>
            <a:off x="2295079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1" name="Text 703"/>
          <p:cNvSpPr/>
          <p:nvPr/>
        </p:nvSpPr>
        <p:spPr>
          <a:xfrm>
            <a:off x="2304604" y="967263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0209</a:t>
            </a:r>
            <a:endParaRPr lang="en-US" sz="825" dirty="0"/>
          </a:p>
        </p:txBody>
      </p:sp>
      <p:sp>
        <p:nvSpPr>
          <p:cNvPr id="732" name="Shape 704"/>
          <p:cNvSpPr/>
          <p:nvPr/>
        </p:nvSpPr>
        <p:spPr>
          <a:xfrm>
            <a:off x="3435474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3" name="Text 705"/>
          <p:cNvSpPr/>
          <p:nvPr/>
        </p:nvSpPr>
        <p:spPr>
          <a:xfrm>
            <a:off x="3502149" y="967263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池田神田店</a:t>
            </a:r>
            <a:endParaRPr lang="en-US" sz="825" dirty="0"/>
          </a:p>
        </p:txBody>
      </p:sp>
      <p:sp>
        <p:nvSpPr>
          <p:cNvPr id="734" name="Shape 706"/>
          <p:cNvSpPr/>
          <p:nvPr/>
        </p:nvSpPr>
        <p:spPr>
          <a:xfrm>
            <a:off x="4575870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5" name="Shape 707"/>
          <p:cNvSpPr/>
          <p:nvPr/>
        </p:nvSpPr>
        <p:spPr>
          <a:xfrm>
            <a:off x="4609207" y="965596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36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09207" y="9655969"/>
            <a:ext cx="1073721" cy="180975"/>
          </a:xfrm>
          <a:prstGeom prst="rect">
            <a:avLst/>
          </a:prstGeom>
        </p:spPr>
      </p:pic>
      <p:sp>
        <p:nvSpPr>
          <p:cNvPr id="737" name="Shape 708"/>
          <p:cNvSpPr/>
          <p:nvPr/>
        </p:nvSpPr>
        <p:spPr>
          <a:xfrm>
            <a:off x="5716265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8" name="Text 709"/>
          <p:cNvSpPr/>
          <p:nvPr/>
        </p:nvSpPr>
        <p:spPr>
          <a:xfrm>
            <a:off x="5706740" y="96726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739" name="Shape 710"/>
          <p:cNvSpPr/>
          <p:nvPr/>
        </p:nvSpPr>
        <p:spPr>
          <a:xfrm>
            <a:off x="6856661" y="962501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0" name="Shape 711"/>
          <p:cNvSpPr/>
          <p:nvPr/>
        </p:nvSpPr>
        <p:spPr>
          <a:xfrm>
            <a:off x="7997056" y="96250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1" name="Text 712"/>
          <p:cNvSpPr/>
          <p:nvPr/>
        </p:nvSpPr>
        <p:spPr>
          <a:xfrm>
            <a:off x="7987531" y="96726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42" name="Shape 713"/>
          <p:cNvSpPr/>
          <p:nvPr/>
        </p:nvSpPr>
        <p:spPr>
          <a:xfrm>
            <a:off x="9137452" y="96250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3" name="Text 714"/>
          <p:cNvSpPr/>
          <p:nvPr/>
        </p:nvSpPr>
        <p:spPr>
          <a:xfrm>
            <a:off x="9127927" y="96726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44" name="Shape 715"/>
          <p:cNvSpPr/>
          <p:nvPr/>
        </p:nvSpPr>
        <p:spPr>
          <a:xfrm>
            <a:off x="10277847" y="962501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5" name="Text 716"/>
          <p:cNvSpPr/>
          <p:nvPr/>
        </p:nvSpPr>
        <p:spPr>
          <a:xfrm>
            <a:off x="10268322" y="967263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46" name="Shape 717"/>
          <p:cNvSpPr/>
          <p:nvPr/>
        </p:nvSpPr>
        <p:spPr>
          <a:xfrm>
            <a:off x="11418243" y="962501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7" name="Text 718"/>
          <p:cNvSpPr/>
          <p:nvPr/>
        </p:nvSpPr>
        <p:spPr>
          <a:xfrm>
            <a:off x="11408718" y="967263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48" name="Shape 719"/>
          <p:cNvSpPr/>
          <p:nvPr/>
        </p:nvSpPr>
        <p:spPr>
          <a:xfrm>
            <a:off x="14288" y="9867900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9" name="Shape 720"/>
          <p:cNvSpPr/>
          <p:nvPr/>
        </p:nvSpPr>
        <p:spPr>
          <a:xfrm>
            <a:off x="14288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0" name="Text 721"/>
          <p:cNvSpPr/>
          <p:nvPr/>
        </p:nvSpPr>
        <p:spPr>
          <a:xfrm>
            <a:off x="80963" y="99155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ドラッグ第一営業部</a:t>
            </a:r>
            <a:endParaRPr lang="en-US" sz="825" dirty="0"/>
          </a:p>
        </p:txBody>
      </p:sp>
      <p:sp>
        <p:nvSpPr>
          <p:cNvPr id="751" name="Shape 722"/>
          <p:cNvSpPr/>
          <p:nvPr/>
        </p:nvSpPr>
        <p:spPr>
          <a:xfrm>
            <a:off x="1154683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2" name="Text 723"/>
          <p:cNvSpPr/>
          <p:nvPr/>
        </p:nvSpPr>
        <p:spPr>
          <a:xfrm>
            <a:off x="1221358" y="99155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滋賀第３ブロック</a:t>
            </a:r>
            <a:endParaRPr lang="en-US" sz="825" dirty="0"/>
          </a:p>
        </p:txBody>
      </p:sp>
      <p:sp>
        <p:nvSpPr>
          <p:cNvPr id="753" name="Shape 724"/>
          <p:cNvSpPr/>
          <p:nvPr/>
        </p:nvSpPr>
        <p:spPr>
          <a:xfrm>
            <a:off x="2295079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4" name="Text 725"/>
          <p:cNvSpPr/>
          <p:nvPr/>
        </p:nvSpPr>
        <p:spPr>
          <a:xfrm>
            <a:off x="2304604" y="9915525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0215</a:t>
            </a:r>
            <a:endParaRPr lang="en-US" sz="825" dirty="0"/>
          </a:p>
        </p:txBody>
      </p:sp>
      <p:sp>
        <p:nvSpPr>
          <p:cNvPr id="755" name="Shape 726"/>
          <p:cNvSpPr/>
          <p:nvPr/>
        </p:nvSpPr>
        <p:spPr>
          <a:xfrm>
            <a:off x="3435474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6" name="Text 727"/>
          <p:cNvSpPr/>
          <p:nvPr/>
        </p:nvSpPr>
        <p:spPr>
          <a:xfrm>
            <a:off x="3502149" y="9915525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守山梅田店</a:t>
            </a:r>
            <a:endParaRPr lang="en-US" sz="825" dirty="0"/>
          </a:p>
        </p:txBody>
      </p:sp>
      <p:sp>
        <p:nvSpPr>
          <p:cNvPr id="757" name="Shape 728"/>
          <p:cNvSpPr/>
          <p:nvPr/>
        </p:nvSpPr>
        <p:spPr>
          <a:xfrm>
            <a:off x="4575870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8" name="Shape 729"/>
          <p:cNvSpPr/>
          <p:nvPr/>
        </p:nvSpPr>
        <p:spPr>
          <a:xfrm>
            <a:off x="4609207" y="9898856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5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09207" y="9898856"/>
            <a:ext cx="1073721" cy="180975"/>
          </a:xfrm>
          <a:prstGeom prst="rect">
            <a:avLst/>
          </a:prstGeom>
        </p:spPr>
      </p:pic>
      <p:sp>
        <p:nvSpPr>
          <p:cNvPr id="760" name="Shape 730"/>
          <p:cNvSpPr/>
          <p:nvPr/>
        </p:nvSpPr>
        <p:spPr>
          <a:xfrm>
            <a:off x="5716265" y="9867900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1" name="Text 731"/>
          <p:cNvSpPr/>
          <p:nvPr/>
        </p:nvSpPr>
        <p:spPr>
          <a:xfrm>
            <a:off x="5706740" y="99155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762" name="Shape 732"/>
          <p:cNvSpPr/>
          <p:nvPr/>
        </p:nvSpPr>
        <p:spPr>
          <a:xfrm>
            <a:off x="6856661" y="98679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3" name="Text 733"/>
          <p:cNvSpPr/>
          <p:nvPr/>
        </p:nvSpPr>
        <p:spPr>
          <a:xfrm>
            <a:off x="6847136" y="99155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64" name="Shape 734"/>
          <p:cNvSpPr/>
          <p:nvPr/>
        </p:nvSpPr>
        <p:spPr>
          <a:xfrm>
            <a:off x="7997056" y="98679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5" name="Text 735"/>
          <p:cNvSpPr/>
          <p:nvPr/>
        </p:nvSpPr>
        <p:spPr>
          <a:xfrm>
            <a:off x="7987531" y="99155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66" name="Shape 736"/>
          <p:cNvSpPr/>
          <p:nvPr/>
        </p:nvSpPr>
        <p:spPr>
          <a:xfrm>
            <a:off x="9137452" y="98679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7" name="Text 737"/>
          <p:cNvSpPr/>
          <p:nvPr/>
        </p:nvSpPr>
        <p:spPr>
          <a:xfrm>
            <a:off x="9127927" y="99155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68" name="Shape 738"/>
          <p:cNvSpPr/>
          <p:nvPr/>
        </p:nvSpPr>
        <p:spPr>
          <a:xfrm>
            <a:off x="10277847" y="9867900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9" name="Text 739"/>
          <p:cNvSpPr/>
          <p:nvPr/>
        </p:nvSpPr>
        <p:spPr>
          <a:xfrm>
            <a:off x="10268322" y="9915525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70" name="Shape 740"/>
          <p:cNvSpPr/>
          <p:nvPr/>
        </p:nvSpPr>
        <p:spPr>
          <a:xfrm>
            <a:off x="11418243" y="9867900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1" name="Text 741"/>
          <p:cNvSpPr/>
          <p:nvPr/>
        </p:nvSpPr>
        <p:spPr>
          <a:xfrm>
            <a:off x="11408718" y="9915525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72" name="Shape 742"/>
          <p:cNvSpPr/>
          <p:nvPr/>
        </p:nvSpPr>
        <p:spPr>
          <a:xfrm>
            <a:off x="14288" y="10110788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3" name="Shape 743"/>
          <p:cNvSpPr/>
          <p:nvPr/>
        </p:nvSpPr>
        <p:spPr>
          <a:xfrm>
            <a:off x="14288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4" name="Text 744"/>
          <p:cNvSpPr/>
          <p:nvPr/>
        </p:nvSpPr>
        <p:spPr>
          <a:xfrm>
            <a:off x="80963" y="101584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775" name="Shape 745"/>
          <p:cNvSpPr/>
          <p:nvPr/>
        </p:nvSpPr>
        <p:spPr>
          <a:xfrm>
            <a:off x="1154683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6" name="Text 746"/>
          <p:cNvSpPr/>
          <p:nvPr/>
        </p:nvSpPr>
        <p:spPr>
          <a:xfrm>
            <a:off x="1221358" y="101584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四国第３ブロック</a:t>
            </a:r>
            <a:endParaRPr lang="en-US" sz="825" dirty="0"/>
          </a:p>
        </p:txBody>
      </p:sp>
      <p:sp>
        <p:nvSpPr>
          <p:cNvPr id="777" name="Shape 747"/>
          <p:cNvSpPr/>
          <p:nvPr/>
        </p:nvSpPr>
        <p:spPr>
          <a:xfrm>
            <a:off x="2295079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8" name="Text 748"/>
          <p:cNvSpPr/>
          <p:nvPr/>
        </p:nvSpPr>
        <p:spPr>
          <a:xfrm>
            <a:off x="2304604" y="10158413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0237</a:t>
            </a:r>
            <a:endParaRPr lang="en-US" sz="825" dirty="0"/>
          </a:p>
        </p:txBody>
      </p:sp>
      <p:sp>
        <p:nvSpPr>
          <p:cNvPr id="779" name="Shape 749"/>
          <p:cNvSpPr/>
          <p:nvPr/>
        </p:nvSpPr>
        <p:spPr>
          <a:xfrm>
            <a:off x="3435474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0" name="Text 750"/>
          <p:cNvSpPr/>
          <p:nvPr/>
        </p:nvSpPr>
        <p:spPr>
          <a:xfrm>
            <a:off x="3502149" y="10158413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北島店</a:t>
            </a:r>
            <a:endParaRPr lang="en-US" sz="825" dirty="0"/>
          </a:p>
        </p:txBody>
      </p:sp>
      <p:sp>
        <p:nvSpPr>
          <p:cNvPr id="781" name="Shape 751"/>
          <p:cNvSpPr/>
          <p:nvPr/>
        </p:nvSpPr>
        <p:spPr>
          <a:xfrm>
            <a:off x="4575870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2" name="Shape 752"/>
          <p:cNvSpPr/>
          <p:nvPr/>
        </p:nvSpPr>
        <p:spPr>
          <a:xfrm>
            <a:off x="4609207" y="10141744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83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09207" y="10141744"/>
            <a:ext cx="1073721" cy="180975"/>
          </a:xfrm>
          <a:prstGeom prst="rect">
            <a:avLst/>
          </a:prstGeom>
        </p:spPr>
      </p:pic>
      <p:sp>
        <p:nvSpPr>
          <p:cNvPr id="784" name="Shape 753"/>
          <p:cNvSpPr/>
          <p:nvPr/>
        </p:nvSpPr>
        <p:spPr>
          <a:xfrm>
            <a:off x="5716265" y="10110788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5" name="Text 754"/>
          <p:cNvSpPr/>
          <p:nvPr/>
        </p:nvSpPr>
        <p:spPr>
          <a:xfrm>
            <a:off x="5706740" y="101584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786" name="Shape 755"/>
          <p:cNvSpPr/>
          <p:nvPr/>
        </p:nvSpPr>
        <p:spPr>
          <a:xfrm>
            <a:off x="6856661" y="101107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7" name="Text 756"/>
          <p:cNvSpPr/>
          <p:nvPr/>
        </p:nvSpPr>
        <p:spPr>
          <a:xfrm>
            <a:off x="6847136" y="101584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88" name="Shape 757"/>
          <p:cNvSpPr/>
          <p:nvPr/>
        </p:nvSpPr>
        <p:spPr>
          <a:xfrm>
            <a:off x="7997056" y="101107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9" name="Text 758"/>
          <p:cNvSpPr/>
          <p:nvPr/>
        </p:nvSpPr>
        <p:spPr>
          <a:xfrm>
            <a:off x="7987531" y="101584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90" name="Shape 759"/>
          <p:cNvSpPr/>
          <p:nvPr/>
        </p:nvSpPr>
        <p:spPr>
          <a:xfrm>
            <a:off x="9137452" y="101107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1" name="Text 760"/>
          <p:cNvSpPr/>
          <p:nvPr/>
        </p:nvSpPr>
        <p:spPr>
          <a:xfrm>
            <a:off x="9127927" y="101584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92" name="Shape 761"/>
          <p:cNvSpPr/>
          <p:nvPr/>
        </p:nvSpPr>
        <p:spPr>
          <a:xfrm>
            <a:off x="10277847" y="10110788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3" name="Text 762"/>
          <p:cNvSpPr/>
          <p:nvPr/>
        </p:nvSpPr>
        <p:spPr>
          <a:xfrm>
            <a:off x="10268322" y="10158413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94" name="Shape 763"/>
          <p:cNvSpPr/>
          <p:nvPr/>
        </p:nvSpPr>
        <p:spPr>
          <a:xfrm>
            <a:off x="11418243" y="10110788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5" name="Text 764"/>
          <p:cNvSpPr/>
          <p:nvPr/>
        </p:nvSpPr>
        <p:spPr>
          <a:xfrm>
            <a:off x="11408718" y="10158413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796" name="Shape 765"/>
          <p:cNvSpPr/>
          <p:nvPr/>
        </p:nvSpPr>
        <p:spPr>
          <a:xfrm>
            <a:off x="14288" y="10353675"/>
            <a:ext cx="12544425" cy="2428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7" name="Shape 766"/>
          <p:cNvSpPr/>
          <p:nvPr/>
        </p:nvSpPr>
        <p:spPr>
          <a:xfrm>
            <a:off x="14288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8" name="Text 767"/>
          <p:cNvSpPr/>
          <p:nvPr/>
        </p:nvSpPr>
        <p:spPr>
          <a:xfrm>
            <a:off x="80963" y="104013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ドラッグ第二営業部</a:t>
            </a:r>
            <a:endParaRPr lang="en-US" sz="825" dirty="0"/>
          </a:p>
        </p:txBody>
      </p:sp>
      <p:sp>
        <p:nvSpPr>
          <p:cNvPr id="799" name="Shape 768"/>
          <p:cNvSpPr/>
          <p:nvPr/>
        </p:nvSpPr>
        <p:spPr>
          <a:xfrm>
            <a:off x="1154683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0" name="Text 769"/>
          <p:cNvSpPr/>
          <p:nvPr/>
        </p:nvSpPr>
        <p:spPr>
          <a:xfrm>
            <a:off x="1221358" y="104013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奈良第２ブロック</a:t>
            </a:r>
            <a:endParaRPr lang="en-US" sz="825" dirty="0"/>
          </a:p>
        </p:txBody>
      </p:sp>
      <p:sp>
        <p:nvSpPr>
          <p:cNvPr id="801" name="Shape 770"/>
          <p:cNvSpPr/>
          <p:nvPr/>
        </p:nvSpPr>
        <p:spPr>
          <a:xfrm>
            <a:off x="2295079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2" name="Text 771"/>
          <p:cNvSpPr/>
          <p:nvPr/>
        </p:nvSpPr>
        <p:spPr>
          <a:xfrm>
            <a:off x="2304604" y="10401300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0246</a:t>
            </a:r>
            <a:endParaRPr lang="en-US" sz="825" dirty="0"/>
          </a:p>
        </p:txBody>
      </p:sp>
      <p:sp>
        <p:nvSpPr>
          <p:cNvPr id="803" name="Shape 772"/>
          <p:cNvSpPr/>
          <p:nvPr/>
        </p:nvSpPr>
        <p:spPr>
          <a:xfrm>
            <a:off x="3435474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4" name="Text 773"/>
          <p:cNvSpPr/>
          <p:nvPr/>
        </p:nvSpPr>
        <p:spPr>
          <a:xfrm>
            <a:off x="3502149" y="10401300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高田神楽店</a:t>
            </a:r>
            <a:endParaRPr lang="en-US" sz="825" dirty="0"/>
          </a:p>
        </p:txBody>
      </p:sp>
      <p:sp>
        <p:nvSpPr>
          <p:cNvPr id="805" name="Shape 774"/>
          <p:cNvSpPr/>
          <p:nvPr/>
        </p:nvSpPr>
        <p:spPr>
          <a:xfrm>
            <a:off x="4575870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6" name="Shape 775"/>
          <p:cNvSpPr/>
          <p:nvPr/>
        </p:nvSpPr>
        <p:spPr>
          <a:xfrm>
            <a:off x="4609207" y="10384631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07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09207" y="10384631"/>
            <a:ext cx="1073721" cy="180975"/>
          </a:xfrm>
          <a:prstGeom prst="rect">
            <a:avLst/>
          </a:prstGeom>
        </p:spPr>
      </p:pic>
      <p:sp>
        <p:nvSpPr>
          <p:cNvPr id="808" name="Shape 776"/>
          <p:cNvSpPr/>
          <p:nvPr/>
        </p:nvSpPr>
        <p:spPr>
          <a:xfrm>
            <a:off x="5716265" y="10353675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9" name="Text 777"/>
          <p:cNvSpPr/>
          <p:nvPr/>
        </p:nvSpPr>
        <p:spPr>
          <a:xfrm>
            <a:off x="5706740" y="104013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810" name="Shape 778"/>
          <p:cNvSpPr/>
          <p:nvPr/>
        </p:nvSpPr>
        <p:spPr>
          <a:xfrm>
            <a:off x="6856661" y="103536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1" name="Text 779"/>
          <p:cNvSpPr/>
          <p:nvPr/>
        </p:nvSpPr>
        <p:spPr>
          <a:xfrm>
            <a:off x="6847136" y="104013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12" name="Shape 780"/>
          <p:cNvSpPr/>
          <p:nvPr/>
        </p:nvSpPr>
        <p:spPr>
          <a:xfrm>
            <a:off x="7997056" y="103536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3" name="Text 781"/>
          <p:cNvSpPr/>
          <p:nvPr/>
        </p:nvSpPr>
        <p:spPr>
          <a:xfrm>
            <a:off x="7987531" y="104013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14" name="Shape 782"/>
          <p:cNvSpPr/>
          <p:nvPr/>
        </p:nvSpPr>
        <p:spPr>
          <a:xfrm>
            <a:off x="9137452" y="103536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5" name="Text 783"/>
          <p:cNvSpPr/>
          <p:nvPr/>
        </p:nvSpPr>
        <p:spPr>
          <a:xfrm>
            <a:off x="9127927" y="104013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16" name="Shape 784"/>
          <p:cNvSpPr/>
          <p:nvPr/>
        </p:nvSpPr>
        <p:spPr>
          <a:xfrm>
            <a:off x="10277847" y="10353675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7" name="Text 785"/>
          <p:cNvSpPr/>
          <p:nvPr/>
        </p:nvSpPr>
        <p:spPr>
          <a:xfrm>
            <a:off x="10268322" y="10401300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18" name="Shape 786"/>
          <p:cNvSpPr/>
          <p:nvPr/>
        </p:nvSpPr>
        <p:spPr>
          <a:xfrm>
            <a:off x="11418243" y="10353675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9" name="Text 787"/>
          <p:cNvSpPr/>
          <p:nvPr/>
        </p:nvSpPr>
        <p:spPr>
          <a:xfrm>
            <a:off x="11408718" y="10401300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20" name="Shape 788"/>
          <p:cNvSpPr/>
          <p:nvPr/>
        </p:nvSpPr>
        <p:spPr>
          <a:xfrm>
            <a:off x="14288" y="10596563"/>
            <a:ext cx="12544425" cy="242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1" name="Shape 789"/>
          <p:cNvSpPr/>
          <p:nvPr/>
        </p:nvSpPr>
        <p:spPr>
          <a:xfrm>
            <a:off x="14288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2" name="Text 790"/>
          <p:cNvSpPr/>
          <p:nvPr/>
        </p:nvSpPr>
        <p:spPr>
          <a:xfrm>
            <a:off x="80963" y="106441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ドラッグ第四営業部</a:t>
            </a:r>
            <a:endParaRPr lang="en-US" sz="825" dirty="0"/>
          </a:p>
        </p:txBody>
      </p:sp>
      <p:sp>
        <p:nvSpPr>
          <p:cNvPr id="823" name="Shape 791"/>
          <p:cNvSpPr/>
          <p:nvPr/>
        </p:nvSpPr>
        <p:spPr>
          <a:xfrm>
            <a:off x="1154683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4" name="Text 792"/>
          <p:cNvSpPr/>
          <p:nvPr/>
        </p:nvSpPr>
        <p:spPr>
          <a:xfrm>
            <a:off x="1221358" y="106441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北陸ブロック</a:t>
            </a:r>
            <a:endParaRPr lang="en-US" sz="825" dirty="0"/>
          </a:p>
        </p:txBody>
      </p:sp>
      <p:sp>
        <p:nvSpPr>
          <p:cNvPr id="825" name="Shape 793"/>
          <p:cNvSpPr/>
          <p:nvPr/>
        </p:nvSpPr>
        <p:spPr>
          <a:xfrm>
            <a:off x="2295079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6" name="Text 794"/>
          <p:cNvSpPr/>
          <p:nvPr/>
        </p:nvSpPr>
        <p:spPr>
          <a:xfrm>
            <a:off x="2304604" y="10644188"/>
            <a:ext cx="11213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0285</a:t>
            </a:r>
            <a:endParaRPr lang="en-US" sz="825" dirty="0"/>
          </a:p>
        </p:txBody>
      </p:sp>
      <p:sp>
        <p:nvSpPr>
          <p:cNvPr id="827" name="Shape 795"/>
          <p:cNvSpPr/>
          <p:nvPr/>
        </p:nvSpPr>
        <p:spPr>
          <a:xfrm>
            <a:off x="3435474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28" name="Text 796"/>
          <p:cNvSpPr/>
          <p:nvPr/>
        </p:nvSpPr>
        <p:spPr>
          <a:xfrm>
            <a:off x="3502149" y="10644188"/>
            <a:ext cx="10832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額新保店</a:t>
            </a:r>
            <a:endParaRPr lang="en-US" sz="825" dirty="0"/>
          </a:p>
        </p:txBody>
      </p:sp>
      <p:sp>
        <p:nvSpPr>
          <p:cNvPr id="829" name="Shape 797"/>
          <p:cNvSpPr/>
          <p:nvPr/>
        </p:nvSpPr>
        <p:spPr>
          <a:xfrm>
            <a:off x="4575870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0" name="Shape 798"/>
          <p:cNvSpPr/>
          <p:nvPr/>
        </p:nvSpPr>
        <p:spPr>
          <a:xfrm>
            <a:off x="4609207" y="10627519"/>
            <a:ext cx="1073721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31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9207" y="10627519"/>
            <a:ext cx="1073721" cy="180975"/>
          </a:xfrm>
          <a:prstGeom prst="rect">
            <a:avLst/>
          </a:prstGeom>
        </p:spPr>
      </p:pic>
      <p:sp>
        <p:nvSpPr>
          <p:cNvPr id="832" name="Shape 799"/>
          <p:cNvSpPr/>
          <p:nvPr/>
        </p:nvSpPr>
        <p:spPr>
          <a:xfrm>
            <a:off x="5716265" y="10596563"/>
            <a:ext cx="1140396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3" name="Text 800"/>
          <p:cNvSpPr/>
          <p:nvPr/>
        </p:nvSpPr>
        <p:spPr>
          <a:xfrm>
            <a:off x="5706740" y="106441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834" name="Shape 801"/>
          <p:cNvSpPr/>
          <p:nvPr/>
        </p:nvSpPr>
        <p:spPr>
          <a:xfrm>
            <a:off x="6856661" y="105965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5" name="Text 802"/>
          <p:cNvSpPr/>
          <p:nvPr/>
        </p:nvSpPr>
        <p:spPr>
          <a:xfrm>
            <a:off x="6847136" y="106441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36" name="Shape 803"/>
          <p:cNvSpPr/>
          <p:nvPr/>
        </p:nvSpPr>
        <p:spPr>
          <a:xfrm>
            <a:off x="7997056" y="105965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7" name="Text 804"/>
          <p:cNvSpPr/>
          <p:nvPr/>
        </p:nvSpPr>
        <p:spPr>
          <a:xfrm>
            <a:off x="7987531" y="106441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38" name="Shape 805"/>
          <p:cNvSpPr/>
          <p:nvPr/>
        </p:nvSpPr>
        <p:spPr>
          <a:xfrm>
            <a:off x="9137452" y="105965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9" name="Text 806"/>
          <p:cNvSpPr/>
          <p:nvPr/>
        </p:nvSpPr>
        <p:spPr>
          <a:xfrm>
            <a:off x="9127927" y="106441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40" name="Shape 807"/>
          <p:cNvSpPr/>
          <p:nvPr/>
        </p:nvSpPr>
        <p:spPr>
          <a:xfrm>
            <a:off x="10277847" y="10596563"/>
            <a:ext cx="1140396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1" name="Text 808"/>
          <p:cNvSpPr/>
          <p:nvPr/>
        </p:nvSpPr>
        <p:spPr>
          <a:xfrm>
            <a:off x="10268322" y="10644188"/>
            <a:ext cx="115944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42" name="Shape 809"/>
          <p:cNvSpPr/>
          <p:nvPr/>
        </p:nvSpPr>
        <p:spPr>
          <a:xfrm>
            <a:off x="11418243" y="10596563"/>
            <a:ext cx="1140470" cy="242888"/>
          </a:xfrm>
          <a:prstGeom prst="rect">
            <a:avLst/>
          </a:prstGeom>
          <a:solidFill>
            <a:srgbClr val="F2F7F4"/>
          </a:solidFill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3" name="Text 810"/>
          <p:cNvSpPr/>
          <p:nvPr/>
        </p:nvSpPr>
        <p:spPr>
          <a:xfrm>
            <a:off x="11408718" y="10644188"/>
            <a:ext cx="11595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●</a:t>
            </a:r>
            <a:endParaRPr lang="en-US" sz="975" dirty="0"/>
          </a:p>
        </p:txBody>
      </p:sp>
      <p:sp>
        <p:nvSpPr>
          <p:cNvPr id="844" name="Shape 811"/>
          <p:cNvSpPr/>
          <p:nvPr/>
        </p:nvSpPr>
        <p:spPr>
          <a:xfrm>
            <a:off x="14288" y="10839450"/>
            <a:ext cx="12544425" cy="280988"/>
          </a:xfrm>
          <a:prstGeom prst="rect">
            <a:avLst/>
          </a:prstGeom>
          <a:solidFill>
            <a:srgbClr val="EE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5" name="Shape 812"/>
          <p:cNvSpPr/>
          <p:nvPr/>
        </p:nvSpPr>
        <p:spPr>
          <a:xfrm>
            <a:off x="14288" y="10839450"/>
            <a:ext cx="4561582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6" name="Text 813"/>
          <p:cNvSpPr/>
          <p:nvPr/>
        </p:nvSpPr>
        <p:spPr>
          <a:xfrm>
            <a:off x="-36835" y="10906125"/>
            <a:ext cx="452697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合計 — 対象 26 店 / 全 29 店</a:t>
            </a:r>
            <a:endParaRPr lang="en-US" sz="825" dirty="0"/>
          </a:p>
        </p:txBody>
      </p:sp>
      <p:sp>
        <p:nvSpPr>
          <p:cNvPr id="847" name="Shape 814"/>
          <p:cNvSpPr/>
          <p:nvPr/>
        </p:nvSpPr>
        <p:spPr>
          <a:xfrm>
            <a:off x="4575870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8" name="Text 815"/>
          <p:cNvSpPr/>
          <p:nvPr/>
        </p:nvSpPr>
        <p:spPr>
          <a:xfrm>
            <a:off x="4585395" y="10906125"/>
            <a:ext cx="11213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—</a:t>
            </a:r>
            <a:endParaRPr lang="en-US" sz="825" dirty="0"/>
          </a:p>
        </p:txBody>
      </p:sp>
      <p:sp>
        <p:nvSpPr>
          <p:cNvPr id="849" name="Shape 816"/>
          <p:cNvSpPr/>
          <p:nvPr/>
        </p:nvSpPr>
        <p:spPr>
          <a:xfrm>
            <a:off x="5716265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0" name="Text 817"/>
          <p:cNvSpPr/>
          <p:nvPr/>
        </p:nvSpPr>
        <p:spPr>
          <a:xfrm>
            <a:off x="5706740" y="10906125"/>
            <a:ext cx="11594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121</a:t>
            </a:r>
            <a:endParaRPr lang="en-US" sz="825" dirty="0"/>
          </a:p>
        </p:txBody>
      </p:sp>
      <p:sp>
        <p:nvSpPr>
          <p:cNvPr id="851" name="Shape 818"/>
          <p:cNvSpPr/>
          <p:nvPr/>
        </p:nvSpPr>
        <p:spPr>
          <a:xfrm>
            <a:off x="6856661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2" name="Text 819"/>
          <p:cNvSpPr/>
          <p:nvPr/>
        </p:nvSpPr>
        <p:spPr>
          <a:xfrm>
            <a:off x="6847136" y="10906125"/>
            <a:ext cx="11594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</a:t>
            </a:r>
            <a:endParaRPr lang="en-US" sz="825" dirty="0"/>
          </a:p>
        </p:txBody>
      </p:sp>
      <p:sp>
        <p:nvSpPr>
          <p:cNvPr id="853" name="Shape 820"/>
          <p:cNvSpPr/>
          <p:nvPr/>
        </p:nvSpPr>
        <p:spPr>
          <a:xfrm>
            <a:off x="7997056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4" name="Text 821"/>
          <p:cNvSpPr/>
          <p:nvPr/>
        </p:nvSpPr>
        <p:spPr>
          <a:xfrm>
            <a:off x="7987531" y="10906125"/>
            <a:ext cx="11594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</a:t>
            </a:r>
            <a:endParaRPr lang="en-US" sz="825" dirty="0"/>
          </a:p>
        </p:txBody>
      </p:sp>
      <p:sp>
        <p:nvSpPr>
          <p:cNvPr id="855" name="Shape 822"/>
          <p:cNvSpPr/>
          <p:nvPr/>
        </p:nvSpPr>
        <p:spPr>
          <a:xfrm>
            <a:off x="9137452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6" name="Text 823"/>
          <p:cNvSpPr/>
          <p:nvPr/>
        </p:nvSpPr>
        <p:spPr>
          <a:xfrm>
            <a:off x="9127927" y="10906125"/>
            <a:ext cx="11594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</a:t>
            </a:r>
            <a:endParaRPr lang="en-US" sz="825" dirty="0"/>
          </a:p>
        </p:txBody>
      </p:sp>
      <p:sp>
        <p:nvSpPr>
          <p:cNvPr id="857" name="Shape 824"/>
          <p:cNvSpPr/>
          <p:nvPr/>
        </p:nvSpPr>
        <p:spPr>
          <a:xfrm>
            <a:off x="10277847" y="10839450"/>
            <a:ext cx="1140396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8" name="Text 825"/>
          <p:cNvSpPr/>
          <p:nvPr/>
        </p:nvSpPr>
        <p:spPr>
          <a:xfrm>
            <a:off x="10268322" y="10906125"/>
            <a:ext cx="115944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</a:t>
            </a:r>
            <a:endParaRPr lang="en-US" sz="825" dirty="0"/>
          </a:p>
        </p:txBody>
      </p:sp>
      <p:sp>
        <p:nvSpPr>
          <p:cNvPr id="859" name="Shape 826"/>
          <p:cNvSpPr/>
          <p:nvPr/>
        </p:nvSpPr>
        <p:spPr>
          <a:xfrm>
            <a:off x="11418243" y="10839450"/>
            <a:ext cx="1140470" cy="280988"/>
          </a:xfrm>
          <a:prstGeom prst="rect">
            <a:avLst/>
          </a:prstGeom>
          <a:ln w="9525">
            <a:solidFill>
              <a:srgbClr val="CD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0" name="Text 827"/>
          <p:cNvSpPr/>
          <p:nvPr/>
        </p:nvSpPr>
        <p:spPr>
          <a:xfrm>
            <a:off x="11408718" y="10906125"/>
            <a:ext cx="115952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73000" cy="12506325"/>
          </a:xfrm>
          <a:prstGeom prst="rect">
            <a:avLst/>
          </a:prstGeom>
          <a:ln w="9525">
            <a:solidFill>
              <a:srgbClr val="B9C2CC"/>
            </a:solidFill>
            <a:prstDash val="solid"/>
          </a:ln>
          <a:effectLst>
            <a:outerShdw blurRad="285750" dist="95250" dir="5400000" algn="bl" rotWithShape="0">
              <a:srgbClr val="283747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525" y="9525"/>
            <a:ext cx="12553950" cy="390525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42875" y="109538"/>
            <a:ext cx="190500" cy="190500"/>
          </a:xfrm>
          <a:prstGeom prst="roundRect">
            <a:avLst>
              <a:gd name="adj" fmla="val 15000"/>
            </a:avLst>
          </a:prstGeom>
          <a:ln w="14288">
            <a:solidFill>
              <a:srgbClr val="FFF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9063" y="123825"/>
            <a:ext cx="238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8625" y="104775"/>
            <a:ext cx="108250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黒丸表 / 湿布薬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30176" y="126206"/>
            <a:ext cx="6000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キリン堂様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1120512" y="95250"/>
            <a:ext cx="1309613" cy="219075"/>
          </a:xfrm>
          <a:prstGeom prst="roundRect">
            <a:avLst>
              <a:gd name="adj" fmla="val 13043"/>
            </a:avLst>
          </a:prstGeom>
          <a:solidFill>
            <a:srgbClr val="2F82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206237" y="133350"/>
            <a:ext cx="12143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案A · Excel罫線ベース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525" y="400050"/>
            <a:ext cx="12553950" cy="357188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25" y="747713"/>
            <a:ext cx="1255395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23825" y="495300"/>
            <a:ext cx="1131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更新日 2025/12/14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255068" y="516731"/>
            <a:ext cx="9525" cy="114300"/>
          </a:xfrm>
          <a:prstGeom prst="rect">
            <a:avLst/>
          </a:prstGeom>
          <a:solidFill>
            <a:srgbClr val="C6CF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340793" y="495300"/>
            <a:ext cx="30733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単位を変更すると ● と展開数・集計が自動再計算されます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11104959" y="457200"/>
            <a:ext cx="643533" cy="23336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1209734" y="495300"/>
            <a:ext cx="5101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CSV取込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11805642" y="457200"/>
            <a:ext cx="643533" cy="23336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C1CA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910417" y="495300"/>
            <a:ext cx="51018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561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CSV書出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9525" y="3152775"/>
            <a:ext cx="12553950" cy="1905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458200" y="757238"/>
            <a:ext cx="9525" cy="239553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42875" y="871538"/>
            <a:ext cx="1009650" cy="228600"/>
          </a:xfrm>
          <a:prstGeom prst="rect">
            <a:avLst/>
          </a:prstGeom>
          <a:solidFill>
            <a:srgbClr val="EEF4F0"/>
          </a:solidFill>
          <a:ln w="9525">
            <a:solidFill>
              <a:srgbClr val="B8D4C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28600" y="900113"/>
            <a:ext cx="914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カテゴリ 湿布薬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28725" y="914400"/>
            <a:ext cx="200938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使用商品 5 / 対象店舗 339店（本番）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42875" y="1176338"/>
            <a:ext cx="8181975" cy="1423988"/>
          </a:xfrm>
          <a:prstGeom prst="rect">
            <a:avLst/>
          </a:prstGeom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52400" y="1185863"/>
            <a:ext cx="83820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52400" y="1466850"/>
            <a:ext cx="8382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8107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209550" y="1233488"/>
            <a:ext cx="7905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商品No.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990600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990600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44599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009650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2455515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2455515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391090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2474565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3920430" y="1185863"/>
            <a:ext cx="146499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3920430" y="1466850"/>
            <a:ext cx="146499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375895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939480" y="1233488"/>
            <a:ext cx="14173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5385420" y="1185863"/>
            <a:ext cx="1464915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5385420" y="1466850"/>
            <a:ext cx="1464915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84081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5404470" y="1233488"/>
            <a:ext cx="141729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6850335" y="1185863"/>
            <a:ext cx="1464990" cy="290513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6850335" y="1466850"/>
            <a:ext cx="146499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8305800" y="1185863"/>
            <a:ext cx="9525" cy="29051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6869385" y="1233488"/>
            <a:ext cx="14173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152400" y="1476375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152400" y="1747838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98107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209550" y="1533525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商品名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990600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244599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1047750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サロンパス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2455515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391090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2512665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メルジン・ロキエフェクト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3920430" y="1747838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5375895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3977580" y="1533525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フェイタスジクサス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5385420" y="1747838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684081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5442570" y="1533525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バンテリン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850335" y="1747838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8305800" y="1476375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6907485" y="1533525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アンメルツ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152400" y="1757363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152400" y="2028825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98107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209550" y="1814513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CD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990600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244599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1009650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K80221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2455515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391090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2474565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K80222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3920430" y="2028825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5375895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8"/>
          <p:cNvSpPr/>
          <p:nvPr/>
        </p:nvSpPr>
        <p:spPr>
          <a:xfrm>
            <a:off x="3939480" y="1814513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K80223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5385420" y="2028825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80"/>
          <p:cNvSpPr/>
          <p:nvPr/>
        </p:nvSpPr>
        <p:spPr>
          <a:xfrm>
            <a:off x="684081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5404470" y="1814513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K80224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6850335" y="2028825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3"/>
          <p:cNvSpPr/>
          <p:nvPr/>
        </p:nvSpPr>
        <p:spPr>
          <a:xfrm>
            <a:off x="8305800" y="1757363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6869385" y="1814513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K80225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152400" y="2038350"/>
            <a:ext cx="838200" cy="2809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8" name="Shape 86"/>
          <p:cNvSpPr/>
          <p:nvPr/>
        </p:nvSpPr>
        <p:spPr>
          <a:xfrm>
            <a:off x="152400" y="2309813"/>
            <a:ext cx="83820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7"/>
          <p:cNvSpPr/>
          <p:nvPr/>
        </p:nvSpPr>
        <p:spPr>
          <a:xfrm>
            <a:off x="98107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/>
          <p:cNvSpPr/>
          <p:nvPr/>
        </p:nvSpPr>
        <p:spPr>
          <a:xfrm>
            <a:off x="209550" y="2095500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JAN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990600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244599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1009650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9999999990762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455515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5" name="Shape 93"/>
          <p:cNvSpPr/>
          <p:nvPr/>
        </p:nvSpPr>
        <p:spPr>
          <a:xfrm>
            <a:off x="391090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6" name="Text 94"/>
          <p:cNvSpPr/>
          <p:nvPr/>
        </p:nvSpPr>
        <p:spPr>
          <a:xfrm>
            <a:off x="2474565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9999999990779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920430" y="2309813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96"/>
          <p:cNvSpPr/>
          <p:nvPr/>
        </p:nvSpPr>
        <p:spPr>
          <a:xfrm>
            <a:off x="5375895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9" name="Text 97"/>
          <p:cNvSpPr/>
          <p:nvPr/>
        </p:nvSpPr>
        <p:spPr>
          <a:xfrm>
            <a:off x="3939480" y="2095500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9999999990786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385420" y="2309813"/>
            <a:ext cx="1464915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99"/>
          <p:cNvSpPr/>
          <p:nvPr/>
        </p:nvSpPr>
        <p:spPr>
          <a:xfrm>
            <a:off x="684081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100"/>
          <p:cNvSpPr/>
          <p:nvPr/>
        </p:nvSpPr>
        <p:spPr>
          <a:xfrm>
            <a:off x="5404470" y="2095500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9999999990793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6850335" y="2309813"/>
            <a:ext cx="1464990" cy="9525"/>
          </a:xfrm>
          <a:prstGeom prst="rect">
            <a:avLst/>
          </a:prstGeom>
          <a:solidFill>
            <a:srgbClr val="E4E9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4" name="Shape 102"/>
          <p:cNvSpPr/>
          <p:nvPr/>
        </p:nvSpPr>
        <p:spPr>
          <a:xfrm>
            <a:off x="8305800" y="2038350"/>
            <a:ext cx="9525" cy="280988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5" name="Text 103"/>
          <p:cNvSpPr/>
          <p:nvPr/>
        </p:nvSpPr>
        <p:spPr>
          <a:xfrm>
            <a:off x="6869385" y="2095500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9999999990809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52400" y="2319338"/>
            <a:ext cx="838200" cy="271463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7" name="Shape 105"/>
          <p:cNvSpPr/>
          <p:nvPr/>
        </p:nvSpPr>
        <p:spPr>
          <a:xfrm>
            <a:off x="98107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8" name="Text 106"/>
          <p:cNvSpPr/>
          <p:nvPr/>
        </p:nvSpPr>
        <p:spPr>
          <a:xfrm>
            <a:off x="209550" y="2376488"/>
            <a:ext cx="7905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送付店舗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244599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108"/>
          <p:cNvSpPr/>
          <p:nvPr/>
        </p:nvSpPr>
        <p:spPr>
          <a:xfrm>
            <a:off x="1009650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170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391090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2" name="Text 110"/>
          <p:cNvSpPr/>
          <p:nvPr/>
        </p:nvSpPr>
        <p:spPr>
          <a:xfrm>
            <a:off x="2474565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5375895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4" name="Text 112"/>
          <p:cNvSpPr/>
          <p:nvPr/>
        </p:nvSpPr>
        <p:spPr>
          <a:xfrm>
            <a:off x="3939480" y="2376488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684081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4"/>
          <p:cNvSpPr/>
          <p:nvPr/>
        </p:nvSpPr>
        <p:spPr>
          <a:xfrm>
            <a:off x="5404470" y="2376488"/>
            <a:ext cx="14172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7" name="Shape 115"/>
          <p:cNvSpPr/>
          <p:nvPr/>
        </p:nvSpPr>
        <p:spPr>
          <a:xfrm>
            <a:off x="8305800" y="2319338"/>
            <a:ext cx="9525" cy="271463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8" name="Text 116"/>
          <p:cNvSpPr/>
          <p:nvPr/>
        </p:nvSpPr>
        <p:spPr>
          <a:xfrm>
            <a:off x="6869385" y="2376488"/>
            <a:ext cx="1417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305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42875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入稿期限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142875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121" name="Shape 119"/>
          <p:cNvSpPr/>
          <p:nvPr/>
        </p:nvSpPr>
        <p:spPr>
          <a:xfrm>
            <a:off x="982042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2" name="Text 120"/>
          <p:cNvSpPr/>
          <p:nvPr/>
        </p:nvSpPr>
        <p:spPr>
          <a:xfrm>
            <a:off x="1124917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店舗着</a:t>
            </a:r>
            <a:endParaRPr lang="en-US" sz="825" dirty="0"/>
          </a:p>
        </p:txBody>
      </p:sp>
      <p:sp>
        <p:nvSpPr>
          <p:cNvPr id="123" name="Text 121"/>
          <p:cNvSpPr/>
          <p:nvPr/>
        </p:nvSpPr>
        <p:spPr>
          <a:xfrm>
            <a:off x="1124917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124" name="Shape 122"/>
          <p:cNvSpPr/>
          <p:nvPr/>
        </p:nvSpPr>
        <p:spPr>
          <a:xfrm>
            <a:off x="1964085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5" name="Text 123"/>
          <p:cNvSpPr/>
          <p:nvPr/>
        </p:nvSpPr>
        <p:spPr>
          <a:xfrm>
            <a:off x="2106960" y="2695575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ラウンダー</a:t>
            </a:r>
            <a:endParaRPr lang="en-US" sz="825" dirty="0"/>
          </a:p>
        </p:txBody>
      </p:sp>
      <p:sp>
        <p:nvSpPr>
          <p:cNvPr id="126" name="Text 124"/>
          <p:cNvSpPr/>
          <p:nvPr/>
        </p:nvSpPr>
        <p:spPr>
          <a:xfrm>
            <a:off x="2106960" y="2881313"/>
            <a:ext cx="782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2026/01/26</a:t>
            </a:r>
            <a:endParaRPr lang="en-US" sz="825" dirty="0"/>
          </a:p>
        </p:txBody>
      </p:sp>
      <p:sp>
        <p:nvSpPr>
          <p:cNvPr id="127" name="Shape 125"/>
          <p:cNvSpPr/>
          <p:nvPr/>
        </p:nvSpPr>
        <p:spPr>
          <a:xfrm>
            <a:off x="2946127" y="2695575"/>
            <a:ext cx="9525" cy="342900"/>
          </a:xfrm>
          <a:prstGeom prst="rect">
            <a:avLst/>
          </a:prstGeom>
          <a:solidFill>
            <a:srgbClr val="DFE4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8" name="Text 126"/>
          <p:cNvSpPr/>
          <p:nvPr/>
        </p:nvSpPr>
        <p:spPr>
          <a:xfrm>
            <a:off x="3089002" y="2695575"/>
            <a:ext cx="969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A94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帯 / 同梱</a:t>
            </a:r>
            <a:endParaRPr lang="en-US" sz="825" dirty="0"/>
          </a:p>
        </p:txBody>
      </p:sp>
      <p:sp>
        <p:nvSpPr>
          <p:cNvPr id="129" name="Text 127"/>
          <p:cNvSpPr/>
          <p:nvPr/>
        </p:nvSpPr>
        <p:spPr>
          <a:xfrm>
            <a:off x="3089002" y="2881313"/>
            <a:ext cx="9692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パターン1 / 販促×</a:t>
            </a:r>
            <a:endParaRPr lang="en-US" sz="825" dirty="0"/>
          </a:p>
        </p:txBody>
      </p:sp>
      <p:sp>
        <p:nvSpPr>
          <p:cNvPr id="130" name="Shape 128"/>
          <p:cNvSpPr/>
          <p:nvPr/>
        </p:nvSpPr>
        <p:spPr>
          <a:xfrm>
            <a:off x="8467725" y="757238"/>
            <a:ext cx="4095750" cy="239553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1" name="Text 129"/>
          <p:cNvSpPr/>
          <p:nvPr/>
        </p:nvSpPr>
        <p:spPr>
          <a:xfrm>
            <a:off x="8601075" y="871538"/>
            <a:ext cx="421195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棚割りイメージ（単位別 見本）</a:t>
            </a:r>
            <a:endParaRPr lang="en-US" sz="825" dirty="0"/>
          </a:p>
        </p:txBody>
      </p:sp>
      <p:sp>
        <p:nvSpPr>
          <p:cNvPr id="132" name="Shape 130"/>
          <p:cNvSpPr/>
          <p:nvPr/>
        </p:nvSpPr>
        <p:spPr>
          <a:xfrm>
            <a:off x="8601075" y="1104900"/>
            <a:ext cx="3829050" cy="618827"/>
          </a:xfrm>
          <a:prstGeom prst="rect">
            <a:avLst/>
          </a:prstGeom>
          <a:solidFill>
            <a:srgbClr val="FFFFFF"/>
          </a:solidFill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Shape 131"/>
          <p:cNvSpPr/>
          <p:nvPr/>
        </p:nvSpPr>
        <p:spPr>
          <a:xfrm>
            <a:off x="8610600" y="1114425"/>
            <a:ext cx="3810000" cy="228600"/>
          </a:xfrm>
          <a:prstGeom prst="rect">
            <a:avLst/>
          </a:prstGeom>
          <a:solidFill>
            <a:srgbClr val="EEF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4" name="Shape 132"/>
          <p:cNvSpPr/>
          <p:nvPr/>
        </p:nvSpPr>
        <p:spPr>
          <a:xfrm>
            <a:off x="8610600" y="1333500"/>
            <a:ext cx="38100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5" name="Text 133"/>
          <p:cNvSpPr/>
          <p:nvPr/>
        </p:nvSpPr>
        <p:spPr>
          <a:xfrm>
            <a:off x="8686800" y="1152525"/>
            <a:ext cx="3771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5・6・7・8本単位 → 棚割り数 5（全5商品）</a:t>
            </a:r>
            <a:endParaRPr lang="en-US" sz="750" dirty="0"/>
          </a:p>
        </p:txBody>
      </p:sp>
      <p:pic>
        <p:nvPicPr>
          <p:cNvPr id="1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43025"/>
            <a:ext cx="3810000" cy="371177"/>
          </a:xfrm>
          <a:prstGeom prst="rect">
            <a:avLst/>
          </a:prstGeom>
        </p:spPr>
      </p:pic>
      <p:sp>
        <p:nvSpPr>
          <p:cNvPr id="137" name="Shape 134"/>
          <p:cNvSpPr/>
          <p:nvPr/>
        </p:nvSpPr>
        <p:spPr>
          <a:xfrm>
            <a:off x="8601075" y="1818977"/>
            <a:ext cx="3829050" cy="654993"/>
          </a:xfrm>
          <a:prstGeom prst="rect">
            <a:avLst/>
          </a:prstGeom>
          <a:solidFill>
            <a:srgbClr val="FFFFFF"/>
          </a:solidFill>
          <a:ln w="9525">
            <a:solidFill>
              <a:srgbClr val="C6CF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hape 135"/>
          <p:cNvSpPr/>
          <p:nvPr/>
        </p:nvSpPr>
        <p:spPr>
          <a:xfrm>
            <a:off x="8610600" y="1828502"/>
            <a:ext cx="3810000" cy="228600"/>
          </a:xfrm>
          <a:prstGeom prst="rect">
            <a:avLst/>
          </a:prstGeom>
          <a:solidFill>
            <a:srgbClr val="FBF2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9" name="Shape 136"/>
          <p:cNvSpPr/>
          <p:nvPr/>
        </p:nvSpPr>
        <p:spPr>
          <a:xfrm>
            <a:off x="8610600" y="2047577"/>
            <a:ext cx="381000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0" name="Text 137"/>
          <p:cNvSpPr/>
          <p:nvPr/>
        </p:nvSpPr>
        <p:spPr>
          <a:xfrm>
            <a:off x="8686800" y="1866602"/>
            <a:ext cx="3771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B5502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4本単位 → 棚割り数 4（②③④⑤ / ①除く）</a:t>
            </a:r>
            <a:endParaRPr lang="en-US" sz="750" dirty="0"/>
          </a:p>
        </p:txBody>
      </p:sp>
      <p:pic>
        <p:nvPicPr>
          <p:cNvPr id="1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057102"/>
            <a:ext cx="3810000" cy="407343"/>
          </a:xfrm>
          <a:prstGeom prst="rect">
            <a:avLst/>
          </a:prstGeom>
        </p:spPr>
      </p:pic>
      <p:sp>
        <p:nvSpPr>
          <p:cNvPr id="142" name="Shape 138"/>
          <p:cNvSpPr/>
          <p:nvPr/>
        </p:nvSpPr>
        <p:spPr>
          <a:xfrm>
            <a:off x="9525" y="3171825"/>
            <a:ext cx="12553950" cy="333375"/>
          </a:xfrm>
          <a:prstGeom prst="rect">
            <a:avLst/>
          </a:prstGeom>
          <a:solidFill>
            <a:srgbClr val="F3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3" name="Shape 139"/>
          <p:cNvSpPr/>
          <p:nvPr/>
        </p:nvSpPr>
        <p:spPr>
          <a:xfrm>
            <a:off x="9525" y="3495675"/>
            <a:ext cx="12553950" cy="9525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4" name="Shape 140"/>
          <p:cNvSpPr/>
          <p:nvPr/>
        </p:nvSpPr>
        <p:spPr>
          <a:xfrm>
            <a:off x="657225" y="3171825"/>
            <a:ext cx="9525" cy="323850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5" name="Text 141"/>
          <p:cNvSpPr/>
          <p:nvPr/>
        </p:nvSpPr>
        <p:spPr>
          <a:xfrm>
            <a:off x="161925" y="3248025"/>
            <a:ext cx="4191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17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黒丸表</a:t>
            </a:r>
            <a:endParaRPr lang="en-US" sz="900" dirty="0"/>
          </a:p>
        </p:txBody>
      </p:sp>
      <p:sp>
        <p:nvSpPr>
          <p:cNvPr id="146" name="Shape 142"/>
          <p:cNvSpPr/>
          <p:nvPr/>
        </p:nvSpPr>
        <p:spPr>
          <a:xfrm>
            <a:off x="666750" y="3171825"/>
            <a:ext cx="1111002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7" name="Shape 143"/>
          <p:cNvSpPr/>
          <p:nvPr/>
        </p:nvSpPr>
        <p:spPr>
          <a:xfrm>
            <a:off x="1768227" y="3171825"/>
            <a:ext cx="9525" cy="323850"/>
          </a:xfrm>
          <a:prstGeom prst="rect">
            <a:avLst/>
          </a:prstGeom>
          <a:solidFill>
            <a:srgbClr val="D5DC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8" name="Text 144"/>
          <p:cNvSpPr/>
          <p:nvPr/>
        </p:nvSpPr>
        <p:spPr>
          <a:xfrm>
            <a:off x="819150" y="3248025"/>
            <a:ext cx="8728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発送情報リスト</a:t>
            </a:r>
            <a:endParaRPr lang="en-US" sz="900" dirty="0"/>
          </a:p>
        </p:txBody>
      </p:sp>
      <p:sp>
        <p:nvSpPr>
          <p:cNvPr id="149" name="Text 145"/>
          <p:cNvSpPr/>
          <p:nvPr/>
        </p:nvSpPr>
        <p:spPr>
          <a:xfrm>
            <a:off x="142875" y="3638550"/>
            <a:ext cx="135159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商品別 発送リスト</a:t>
            </a:r>
            <a:endParaRPr lang="en-US" sz="825" dirty="0"/>
          </a:p>
        </p:txBody>
      </p:sp>
      <p:sp>
        <p:nvSpPr>
          <p:cNvPr id="150" name="Shape 146"/>
          <p:cNvSpPr/>
          <p:nvPr/>
        </p:nvSpPr>
        <p:spPr>
          <a:xfrm>
            <a:off x="147638" y="3852863"/>
            <a:ext cx="12277725" cy="257175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1" name="Shape 147"/>
          <p:cNvSpPr/>
          <p:nvPr/>
        </p:nvSpPr>
        <p:spPr>
          <a:xfrm>
            <a:off x="557213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2" name="Text 148"/>
          <p:cNvSpPr/>
          <p:nvPr/>
        </p:nvSpPr>
        <p:spPr>
          <a:xfrm>
            <a:off x="166688" y="3900488"/>
            <a:ext cx="371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No.</a:t>
            </a:r>
            <a:endParaRPr lang="en-US" sz="825" dirty="0"/>
          </a:p>
        </p:txBody>
      </p:sp>
      <p:sp>
        <p:nvSpPr>
          <p:cNvPr id="153" name="Shape 149"/>
          <p:cNvSpPr/>
          <p:nvPr/>
        </p:nvSpPr>
        <p:spPr>
          <a:xfrm>
            <a:off x="7558088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4" name="Text 150"/>
          <p:cNvSpPr/>
          <p:nvPr/>
        </p:nvSpPr>
        <p:spPr>
          <a:xfrm>
            <a:off x="642938" y="3900488"/>
            <a:ext cx="70489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商品名</a:t>
            </a:r>
            <a:endParaRPr lang="en-US" sz="825" dirty="0"/>
          </a:p>
        </p:txBody>
      </p:sp>
      <p:sp>
        <p:nvSpPr>
          <p:cNvPr id="155" name="Shape 151"/>
          <p:cNvSpPr/>
          <p:nvPr/>
        </p:nvSpPr>
        <p:spPr>
          <a:xfrm>
            <a:off x="8415338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6" name="Text 152"/>
          <p:cNvSpPr/>
          <p:nvPr/>
        </p:nvSpPr>
        <p:spPr>
          <a:xfrm>
            <a:off x="7586663" y="3900488"/>
            <a:ext cx="809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CD</a:t>
            </a:r>
            <a:endParaRPr lang="en-US" sz="825" dirty="0"/>
          </a:p>
        </p:txBody>
      </p:sp>
      <p:sp>
        <p:nvSpPr>
          <p:cNvPr id="157" name="Shape 153"/>
          <p:cNvSpPr/>
          <p:nvPr/>
        </p:nvSpPr>
        <p:spPr>
          <a:xfrm>
            <a:off x="9653588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8" name="Text 154"/>
          <p:cNvSpPr/>
          <p:nvPr/>
        </p:nvSpPr>
        <p:spPr>
          <a:xfrm>
            <a:off x="8443913" y="3900488"/>
            <a:ext cx="1190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JAN</a:t>
            </a:r>
            <a:endParaRPr lang="en-US" sz="825" dirty="0"/>
          </a:p>
        </p:txBody>
      </p:sp>
      <p:sp>
        <p:nvSpPr>
          <p:cNvPr id="159" name="Shape 155"/>
          <p:cNvSpPr/>
          <p:nvPr/>
        </p:nvSpPr>
        <p:spPr>
          <a:xfrm>
            <a:off x="10510838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0" name="Text 156"/>
          <p:cNvSpPr/>
          <p:nvPr/>
        </p:nvSpPr>
        <p:spPr>
          <a:xfrm>
            <a:off x="9682163" y="3900488"/>
            <a:ext cx="8096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送付店舗数</a:t>
            </a:r>
            <a:endParaRPr lang="en-US" sz="825" dirty="0"/>
          </a:p>
        </p:txBody>
      </p:sp>
      <p:sp>
        <p:nvSpPr>
          <p:cNvPr id="161" name="Shape 157"/>
          <p:cNvSpPr/>
          <p:nvPr/>
        </p:nvSpPr>
        <p:spPr>
          <a:xfrm>
            <a:off x="11463338" y="3852863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2" name="Text 158"/>
          <p:cNvSpPr/>
          <p:nvPr/>
        </p:nvSpPr>
        <p:spPr>
          <a:xfrm>
            <a:off x="10539413" y="3900488"/>
            <a:ext cx="9048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入稿期限</a:t>
            </a:r>
            <a:endParaRPr lang="en-US" sz="825" dirty="0"/>
          </a:p>
        </p:txBody>
      </p:sp>
      <p:sp>
        <p:nvSpPr>
          <p:cNvPr id="163" name="Text 159"/>
          <p:cNvSpPr/>
          <p:nvPr/>
        </p:nvSpPr>
        <p:spPr>
          <a:xfrm>
            <a:off x="11491913" y="3900488"/>
            <a:ext cx="914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店舗着</a:t>
            </a:r>
            <a:endParaRPr lang="en-US" sz="825" dirty="0"/>
          </a:p>
        </p:txBody>
      </p:sp>
      <p:sp>
        <p:nvSpPr>
          <p:cNvPr id="164" name="Shape 160"/>
          <p:cNvSpPr/>
          <p:nvPr/>
        </p:nvSpPr>
        <p:spPr>
          <a:xfrm>
            <a:off x="147638" y="4110038"/>
            <a:ext cx="4191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5" name="Text 161"/>
          <p:cNvSpPr/>
          <p:nvPr/>
        </p:nvSpPr>
        <p:spPr>
          <a:xfrm>
            <a:off x="176213" y="4157663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</a:t>
            </a:r>
            <a:endParaRPr lang="en-US" sz="900" dirty="0"/>
          </a:p>
        </p:txBody>
      </p:sp>
      <p:sp>
        <p:nvSpPr>
          <p:cNvPr id="166" name="Shape 162"/>
          <p:cNvSpPr/>
          <p:nvPr/>
        </p:nvSpPr>
        <p:spPr>
          <a:xfrm>
            <a:off x="566738" y="4110038"/>
            <a:ext cx="7000875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7" name="Text 163"/>
          <p:cNvSpPr/>
          <p:nvPr/>
        </p:nvSpPr>
        <p:spPr>
          <a:xfrm>
            <a:off x="652463" y="4157663"/>
            <a:ext cx="7039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サロンパス</a:t>
            </a:r>
            <a:endParaRPr lang="en-US" sz="825" dirty="0"/>
          </a:p>
        </p:txBody>
      </p:sp>
      <p:sp>
        <p:nvSpPr>
          <p:cNvPr id="168" name="Shape 164"/>
          <p:cNvSpPr/>
          <p:nvPr/>
        </p:nvSpPr>
        <p:spPr>
          <a:xfrm>
            <a:off x="7567612" y="411003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9" name="Text 165"/>
          <p:cNvSpPr/>
          <p:nvPr/>
        </p:nvSpPr>
        <p:spPr>
          <a:xfrm>
            <a:off x="7596187" y="415766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K80221</a:t>
            </a:r>
            <a:endParaRPr lang="en-US" sz="825" dirty="0"/>
          </a:p>
        </p:txBody>
      </p:sp>
      <p:sp>
        <p:nvSpPr>
          <p:cNvPr id="170" name="Shape 166"/>
          <p:cNvSpPr/>
          <p:nvPr/>
        </p:nvSpPr>
        <p:spPr>
          <a:xfrm>
            <a:off x="8424863" y="4110038"/>
            <a:ext cx="1238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1" name="Text 167"/>
          <p:cNvSpPr/>
          <p:nvPr/>
        </p:nvSpPr>
        <p:spPr>
          <a:xfrm>
            <a:off x="8453438" y="4157663"/>
            <a:ext cx="118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9999999990762</a:t>
            </a:r>
            <a:endParaRPr lang="en-US" sz="750" dirty="0"/>
          </a:p>
        </p:txBody>
      </p:sp>
      <p:sp>
        <p:nvSpPr>
          <p:cNvPr id="172" name="Shape 168"/>
          <p:cNvSpPr/>
          <p:nvPr/>
        </p:nvSpPr>
        <p:spPr>
          <a:xfrm>
            <a:off x="9663113" y="411003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3" name="Text 169"/>
          <p:cNvSpPr/>
          <p:nvPr/>
        </p:nvSpPr>
        <p:spPr>
          <a:xfrm>
            <a:off x="9691688" y="415766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17店</a:t>
            </a:r>
            <a:endParaRPr lang="en-US" sz="825" dirty="0"/>
          </a:p>
        </p:txBody>
      </p:sp>
      <p:sp>
        <p:nvSpPr>
          <p:cNvPr id="174" name="Shape 170"/>
          <p:cNvSpPr/>
          <p:nvPr/>
        </p:nvSpPr>
        <p:spPr>
          <a:xfrm>
            <a:off x="10520363" y="411003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5" name="Text 171"/>
          <p:cNvSpPr/>
          <p:nvPr/>
        </p:nvSpPr>
        <p:spPr>
          <a:xfrm>
            <a:off x="10548938" y="415766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176" name="Shape 172"/>
          <p:cNvSpPr/>
          <p:nvPr/>
        </p:nvSpPr>
        <p:spPr>
          <a:xfrm>
            <a:off x="11472863" y="411003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7" name="Text 173"/>
          <p:cNvSpPr/>
          <p:nvPr/>
        </p:nvSpPr>
        <p:spPr>
          <a:xfrm>
            <a:off x="11501438" y="415766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178" name="Shape 174"/>
          <p:cNvSpPr/>
          <p:nvPr/>
        </p:nvSpPr>
        <p:spPr>
          <a:xfrm>
            <a:off x="147638" y="4367213"/>
            <a:ext cx="4191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9" name="Text 175"/>
          <p:cNvSpPr/>
          <p:nvPr/>
        </p:nvSpPr>
        <p:spPr>
          <a:xfrm>
            <a:off x="176213" y="441483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</a:t>
            </a:r>
            <a:endParaRPr lang="en-US" sz="900" dirty="0"/>
          </a:p>
        </p:txBody>
      </p:sp>
      <p:sp>
        <p:nvSpPr>
          <p:cNvPr id="180" name="Shape 176"/>
          <p:cNvSpPr/>
          <p:nvPr/>
        </p:nvSpPr>
        <p:spPr>
          <a:xfrm>
            <a:off x="566738" y="4367213"/>
            <a:ext cx="7000875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1" name="Text 177"/>
          <p:cNvSpPr/>
          <p:nvPr/>
        </p:nvSpPr>
        <p:spPr>
          <a:xfrm>
            <a:off x="652463" y="4414838"/>
            <a:ext cx="7039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メルジン・ロキエフェクト</a:t>
            </a:r>
            <a:endParaRPr lang="en-US" sz="825" dirty="0"/>
          </a:p>
        </p:txBody>
      </p:sp>
      <p:sp>
        <p:nvSpPr>
          <p:cNvPr id="182" name="Shape 178"/>
          <p:cNvSpPr/>
          <p:nvPr/>
        </p:nvSpPr>
        <p:spPr>
          <a:xfrm>
            <a:off x="7567612" y="4367213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3" name="Text 179"/>
          <p:cNvSpPr/>
          <p:nvPr/>
        </p:nvSpPr>
        <p:spPr>
          <a:xfrm>
            <a:off x="7596187" y="4414838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K80222</a:t>
            </a:r>
            <a:endParaRPr lang="en-US" sz="825" dirty="0"/>
          </a:p>
        </p:txBody>
      </p:sp>
      <p:sp>
        <p:nvSpPr>
          <p:cNvPr id="184" name="Shape 180"/>
          <p:cNvSpPr/>
          <p:nvPr/>
        </p:nvSpPr>
        <p:spPr>
          <a:xfrm>
            <a:off x="8424863" y="4367213"/>
            <a:ext cx="1238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5" name="Text 181"/>
          <p:cNvSpPr/>
          <p:nvPr/>
        </p:nvSpPr>
        <p:spPr>
          <a:xfrm>
            <a:off x="8453438" y="4414838"/>
            <a:ext cx="118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9999999990779</a:t>
            </a:r>
            <a:endParaRPr lang="en-US" sz="750" dirty="0"/>
          </a:p>
        </p:txBody>
      </p:sp>
      <p:sp>
        <p:nvSpPr>
          <p:cNvPr id="186" name="Shape 182"/>
          <p:cNvSpPr/>
          <p:nvPr/>
        </p:nvSpPr>
        <p:spPr>
          <a:xfrm>
            <a:off x="9663113" y="4367213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7" name="Text 183"/>
          <p:cNvSpPr/>
          <p:nvPr/>
        </p:nvSpPr>
        <p:spPr>
          <a:xfrm>
            <a:off x="9691688" y="4414838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26店</a:t>
            </a:r>
            <a:endParaRPr lang="en-US" sz="825" dirty="0"/>
          </a:p>
        </p:txBody>
      </p:sp>
      <p:sp>
        <p:nvSpPr>
          <p:cNvPr id="188" name="Shape 184"/>
          <p:cNvSpPr/>
          <p:nvPr/>
        </p:nvSpPr>
        <p:spPr>
          <a:xfrm>
            <a:off x="10520363" y="4367213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9" name="Text 185"/>
          <p:cNvSpPr/>
          <p:nvPr/>
        </p:nvSpPr>
        <p:spPr>
          <a:xfrm>
            <a:off x="10548938" y="4414838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190" name="Shape 186"/>
          <p:cNvSpPr/>
          <p:nvPr/>
        </p:nvSpPr>
        <p:spPr>
          <a:xfrm>
            <a:off x="11472863" y="4367213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1" name="Text 187"/>
          <p:cNvSpPr/>
          <p:nvPr/>
        </p:nvSpPr>
        <p:spPr>
          <a:xfrm>
            <a:off x="11501438" y="4414838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192" name="Shape 188"/>
          <p:cNvSpPr/>
          <p:nvPr/>
        </p:nvSpPr>
        <p:spPr>
          <a:xfrm>
            <a:off x="147638" y="4624388"/>
            <a:ext cx="4191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3" name="Text 189"/>
          <p:cNvSpPr/>
          <p:nvPr/>
        </p:nvSpPr>
        <p:spPr>
          <a:xfrm>
            <a:off x="176213" y="4672013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</a:t>
            </a:r>
            <a:endParaRPr lang="en-US" sz="900" dirty="0"/>
          </a:p>
        </p:txBody>
      </p:sp>
      <p:sp>
        <p:nvSpPr>
          <p:cNvPr id="194" name="Shape 190"/>
          <p:cNvSpPr/>
          <p:nvPr/>
        </p:nvSpPr>
        <p:spPr>
          <a:xfrm>
            <a:off x="566738" y="4624388"/>
            <a:ext cx="7000875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5" name="Text 191"/>
          <p:cNvSpPr/>
          <p:nvPr/>
        </p:nvSpPr>
        <p:spPr>
          <a:xfrm>
            <a:off x="652463" y="4672013"/>
            <a:ext cx="7039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フェイタスジクサス</a:t>
            </a:r>
            <a:endParaRPr lang="en-US" sz="825" dirty="0"/>
          </a:p>
        </p:txBody>
      </p:sp>
      <p:sp>
        <p:nvSpPr>
          <p:cNvPr id="196" name="Shape 192"/>
          <p:cNvSpPr/>
          <p:nvPr/>
        </p:nvSpPr>
        <p:spPr>
          <a:xfrm>
            <a:off x="7567612" y="462438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7" name="Text 193"/>
          <p:cNvSpPr/>
          <p:nvPr/>
        </p:nvSpPr>
        <p:spPr>
          <a:xfrm>
            <a:off x="7596187" y="467201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K80223</a:t>
            </a:r>
            <a:endParaRPr lang="en-US" sz="825" dirty="0"/>
          </a:p>
        </p:txBody>
      </p:sp>
      <p:sp>
        <p:nvSpPr>
          <p:cNvPr id="198" name="Shape 194"/>
          <p:cNvSpPr/>
          <p:nvPr/>
        </p:nvSpPr>
        <p:spPr>
          <a:xfrm>
            <a:off x="8424863" y="4624388"/>
            <a:ext cx="1238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9" name="Text 195"/>
          <p:cNvSpPr/>
          <p:nvPr/>
        </p:nvSpPr>
        <p:spPr>
          <a:xfrm>
            <a:off x="8453438" y="4672013"/>
            <a:ext cx="118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9999999990786</a:t>
            </a:r>
            <a:endParaRPr lang="en-US" sz="750" dirty="0"/>
          </a:p>
        </p:txBody>
      </p:sp>
      <p:sp>
        <p:nvSpPr>
          <p:cNvPr id="200" name="Shape 196"/>
          <p:cNvSpPr/>
          <p:nvPr/>
        </p:nvSpPr>
        <p:spPr>
          <a:xfrm>
            <a:off x="9663113" y="462438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1" name="Text 197"/>
          <p:cNvSpPr/>
          <p:nvPr/>
        </p:nvSpPr>
        <p:spPr>
          <a:xfrm>
            <a:off x="9691688" y="467201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26店</a:t>
            </a:r>
            <a:endParaRPr lang="en-US" sz="825" dirty="0"/>
          </a:p>
        </p:txBody>
      </p:sp>
      <p:sp>
        <p:nvSpPr>
          <p:cNvPr id="202" name="Shape 198"/>
          <p:cNvSpPr/>
          <p:nvPr/>
        </p:nvSpPr>
        <p:spPr>
          <a:xfrm>
            <a:off x="10520363" y="462438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3" name="Text 199"/>
          <p:cNvSpPr/>
          <p:nvPr/>
        </p:nvSpPr>
        <p:spPr>
          <a:xfrm>
            <a:off x="10548938" y="467201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204" name="Shape 200"/>
          <p:cNvSpPr/>
          <p:nvPr/>
        </p:nvSpPr>
        <p:spPr>
          <a:xfrm>
            <a:off x="11472863" y="462438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5" name="Text 201"/>
          <p:cNvSpPr/>
          <p:nvPr/>
        </p:nvSpPr>
        <p:spPr>
          <a:xfrm>
            <a:off x="11501438" y="467201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06" name="Shape 202"/>
          <p:cNvSpPr/>
          <p:nvPr/>
        </p:nvSpPr>
        <p:spPr>
          <a:xfrm>
            <a:off x="147638" y="4881563"/>
            <a:ext cx="4191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7" name="Text 203"/>
          <p:cNvSpPr/>
          <p:nvPr/>
        </p:nvSpPr>
        <p:spPr>
          <a:xfrm>
            <a:off x="176213" y="4929188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</a:t>
            </a:r>
            <a:endParaRPr lang="en-US" sz="900" dirty="0"/>
          </a:p>
        </p:txBody>
      </p:sp>
      <p:sp>
        <p:nvSpPr>
          <p:cNvPr id="208" name="Shape 204"/>
          <p:cNvSpPr/>
          <p:nvPr/>
        </p:nvSpPr>
        <p:spPr>
          <a:xfrm>
            <a:off x="566738" y="4881563"/>
            <a:ext cx="7000875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9" name="Text 205"/>
          <p:cNvSpPr/>
          <p:nvPr/>
        </p:nvSpPr>
        <p:spPr>
          <a:xfrm>
            <a:off x="652463" y="4929188"/>
            <a:ext cx="7039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バンテリン</a:t>
            </a:r>
            <a:endParaRPr lang="en-US" sz="825" dirty="0"/>
          </a:p>
        </p:txBody>
      </p:sp>
      <p:sp>
        <p:nvSpPr>
          <p:cNvPr id="210" name="Shape 206"/>
          <p:cNvSpPr/>
          <p:nvPr/>
        </p:nvSpPr>
        <p:spPr>
          <a:xfrm>
            <a:off x="7567612" y="4881563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1" name="Text 207"/>
          <p:cNvSpPr/>
          <p:nvPr/>
        </p:nvSpPr>
        <p:spPr>
          <a:xfrm>
            <a:off x="7596187" y="4929188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K80224</a:t>
            </a:r>
            <a:endParaRPr lang="en-US" sz="825" dirty="0"/>
          </a:p>
        </p:txBody>
      </p:sp>
      <p:sp>
        <p:nvSpPr>
          <p:cNvPr id="212" name="Shape 208"/>
          <p:cNvSpPr/>
          <p:nvPr/>
        </p:nvSpPr>
        <p:spPr>
          <a:xfrm>
            <a:off x="8424863" y="4881563"/>
            <a:ext cx="1238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3" name="Text 209"/>
          <p:cNvSpPr/>
          <p:nvPr/>
        </p:nvSpPr>
        <p:spPr>
          <a:xfrm>
            <a:off x="8453438" y="4929188"/>
            <a:ext cx="118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9999999990793</a:t>
            </a:r>
            <a:endParaRPr lang="en-US" sz="750" dirty="0"/>
          </a:p>
        </p:txBody>
      </p:sp>
      <p:sp>
        <p:nvSpPr>
          <p:cNvPr id="214" name="Shape 210"/>
          <p:cNvSpPr/>
          <p:nvPr/>
        </p:nvSpPr>
        <p:spPr>
          <a:xfrm>
            <a:off x="9663113" y="4881563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5" name="Text 211"/>
          <p:cNvSpPr/>
          <p:nvPr/>
        </p:nvSpPr>
        <p:spPr>
          <a:xfrm>
            <a:off x="9691688" y="4929188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26店</a:t>
            </a:r>
            <a:endParaRPr lang="en-US" sz="825" dirty="0"/>
          </a:p>
        </p:txBody>
      </p:sp>
      <p:sp>
        <p:nvSpPr>
          <p:cNvPr id="216" name="Shape 212"/>
          <p:cNvSpPr/>
          <p:nvPr/>
        </p:nvSpPr>
        <p:spPr>
          <a:xfrm>
            <a:off x="10520363" y="4881563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7" name="Text 213"/>
          <p:cNvSpPr/>
          <p:nvPr/>
        </p:nvSpPr>
        <p:spPr>
          <a:xfrm>
            <a:off x="10548938" y="4929188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218" name="Shape 214"/>
          <p:cNvSpPr/>
          <p:nvPr/>
        </p:nvSpPr>
        <p:spPr>
          <a:xfrm>
            <a:off x="11472863" y="4881563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9" name="Text 215"/>
          <p:cNvSpPr/>
          <p:nvPr/>
        </p:nvSpPr>
        <p:spPr>
          <a:xfrm>
            <a:off x="11501438" y="4929188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20" name="Shape 216"/>
          <p:cNvSpPr/>
          <p:nvPr/>
        </p:nvSpPr>
        <p:spPr>
          <a:xfrm>
            <a:off x="147638" y="5138738"/>
            <a:ext cx="4191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1" name="Text 217"/>
          <p:cNvSpPr/>
          <p:nvPr/>
        </p:nvSpPr>
        <p:spPr>
          <a:xfrm>
            <a:off x="176213" y="5186363"/>
            <a:ext cx="361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</a:t>
            </a:r>
            <a:endParaRPr lang="en-US" sz="900" dirty="0"/>
          </a:p>
        </p:txBody>
      </p:sp>
      <p:sp>
        <p:nvSpPr>
          <p:cNvPr id="222" name="Shape 218"/>
          <p:cNvSpPr/>
          <p:nvPr/>
        </p:nvSpPr>
        <p:spPr>
          <a:xfrm>
            <a:off x="566738" y="5138738"/>
            <a:ext cx="7000875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3" name="Text 219"/>
          <p:cNvSpPr/>
          <p:nvPr/>
        </p:nvSpPr>
        <p:spPr>
          <a:xfrm>
            <a:off x="652463" y="5186363"/>
            <a:ext cx="70394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アンメルツ</a:t>
            </a:r>
            <a:endParaRPr lang="en-US" sz="825" dirty="0"/>
          </a:p>
        </p:txBody>
      </p:sp>
      <p:sp>
        <p:nvSpPr>
          <p:cNvPr id="224" name="Shape 220"/>
          <p:cNvSpPr/>
          <p:nvPr/>
        </p:nvSpPr>
        <p:spPr>
          <a:xfrm>
            <a:off x="7567612" y="513873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5" name="Text 221"/>
          <p:cNvSpPr/>
          <p:nvPr/>
        </p:nvSpPr>
        <p:spPr>
          <a:xfrm>
            <a:off x="7596187" y="518636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K80225</a:t>
            </a:r>
            <a:endParaRPr lang="en-US" sz="825" dirty="0"/>
          </a:p>
        </p:txBody>
      </p:sp>
      <p:sp>
        <p:nvSpPr>
          <p:cNvPr id="226" name="Shape 222"/>
          <p:cNvSpPr/>
          <p:nvPr/>
        </p:nvSpPr>
        <p:spPr>
          <a:xfrm>
            <a:off x="8424863" y="5138738"/>
            <a:ext cx="1238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7" name="Text 223"/>
          <p:cNvSpPr/>
          <p:nvPr/>
        </p:nvSpPr>
        <p:spPr>
          <a:xfrm>
            <a:off x="8453438" y="5186363"/>
            <a:ext cx="1181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9999999990809</a:t>
            </a:r>
            <a:endParaRPr lang="en-US" sz="750" dirty="0"/>
          </a:p>
        </p:txBody>
      </p:sp>
      <p:sp>
        <p:nvSpPr>
          <p:cNvPr id="228" name="Shape 224"/>
          <p:cNvSpPr/>
          <p:nvPr/>
        </p:nvSpPr>
        <p:spPr>
          <a:xfrm>
            <a:off x="9663113" y="5138738"/>
            <a:ext cx="85725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9" name="Text 225"/>
          <p:cNvSpPr/>
          <p:nvPr/>
        </p:nvSpPr>
        <p:spPr>
          <a:xfrm>
            <a:off x="9691688" y="5186363"/>
            <a:ext cx="800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26店</a:t>
            </a:r>
            <a:endParaRPr lang="en-US" sz="825" dirty="0"/>
          </a:p>
        </p:txBody>
      </p:sp>
      <p:sp>
        <p:nvSpPr>
          <p:cNvPr id="230" name="Shape 226"/>
          <p:cNvSpPr/>
          <p:nvPr/>
        </p:nvSpPr>
        <p:spPr>
          <a:xfrm>
            <a:off x="10520363" y="513873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1" name="Text 227"/>
          <p:cNvSpPr/>
          <p:nvPr/>
        </p:nvSpPr>
        <p:spPr>
          <a:xfrm>
            <a:off x="10548938" y="518636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2025/12/23</a:t>
            </a:r>
            <a:endParaRPr lang="en-US" sz="825" dirty="0"/>
          </a:p>
        </p:txBody>
      </p:sp>
      <p:sp>
        <p:nvSpPr>
          <p:cNvPr id="232" name="Shape 228"/>
          <p:cNvSpPr/>
          <p:nvPr/>
        </p:nvSpPr>
        <p:spPr>
          <a:xfrm>
            <a:off x="11472863" y="5138738"/>
            <a:ext cx="952500" cy="257175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3" name="Text 229"/>
          <p:cNvSpPr/>
          <p:nvPr/>
        </p:nvSpPr>
        <p:spPr>
          <a:xfrm>
            <a:off x="11501438" y="5186363"/>
            <a:ext cx="895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34" name="Text 230"/>
          <p:cNvSpPr/>
          <p:nvPr/>
        </p:nvSpPr>
        <p:spPr>
          <a:xfrm>
            <a:off x="142875" y="5572125"/>
            <a:ext cx="135159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店舗別 発送リスト（送付対象 26店）</a:t>
            </a:r>
            <a:endParaRPr lang="en-US" sz="825" dirty="0"/>
          </a:p>
        </p:txBody>
      </p:sp>
      <p:sp>
        <p:nvSpPr>
          <p:cNvPr id="235" name="Shape 231"/>
          <p:cNvSpPr/>
          <p:nvPr/>
        </p:nvSpPr>
        <p:spPr>
          <a:xfrm>
            <a:off x="147638" y="5786438"/>
            <a:ext cx="12277725" cy="257175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6" name="Shape 232"/>
          <p:cNvSpPr/>
          <p:nvPr/>
        </p:nvSpPr>
        <p:spPr>
          <a:xfrm>
            <a:off x="633413" y="5786438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7" name="Text 233"/>
          <p:cNvSpPr/>
          <p:nvPr/>
        </p:nvSpPr>
        <p:spPr>
          <a:xfrm>
            <a:off x="166688" y="5834063"/>
            <a:ext cx="4476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店番</a:t>
            </a:r>
            <a:endParaRPr lang="en-US" sz="825" dirty="0"/>
          </a:p>
        </p:txBody>
      </p:sp>
      <p:sp>
        <p:nvSpPr>
          <p:cNvPr id="238" name="Shape 234"/>
          <p:cNvSpPr/>
          <p:nvPr/>
        </p:nvSpPr>
        <p:spPr>
          <a:xfrm>
            <a:off x="2062163" y="5786438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9" name="Text 235"/>
          <p:cNvSpPr/>
          <p:nvPr/>
        </p:nvSpPr>
        <p:spPr>
          <a:xfrm>
            <a:off x="719138" y="5834063"/>
            <a:ext cx="13430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店舗名称</a:t>
            </a:r>
            <a:endParaRPr lang="en-US" sz="825" dirty="0"/>
          </a:p>
        </p:txBody>
      </p:sp>
      <p:sp>
        <p:nvSpPr>
          <p:cNvPr id="240" name="Shape 236"/>
          <p:cNvSpPr/>
          <p:nvPr/>
        </p:nvSpPr>
        <p:spPr>
          <a:xfrm>
            <a:off x="9882188" y="5786438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1" name="Text 237"/>
          <p:cNvSpPr/>
          <p:nvPr/>
        </p:nvSpPr>
        <p:spPr>
          <a:xfrm>
            <a:off x="2147888" y="5834063"/>
            <a:ext cx="78927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住所</a:t>
            </a:r>
            <a:endParaRPr lang="en-US" sz="825" dirty="0"/>
          </a:p>
        </p:txBody>
      </p:sp>
      <p:sp>
        <p:nvSpPr>
          <p:cNvPr id="242" name="Shape 238"/>
          <p:cNvSpPr/>
          <p:nvPr/>
        </p:nvSpPr>
        <p:spPr>
          <a:xfrm>
            <a:off x="10929938" y="5786438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3" name="Text 239"/>
          <p:cNvSpPr/>
          <p:nvPr/>
        </p:nvSpPr>
        <p:spPr>
          <a:xfrm>
            <a:off x="9910763" y="5834063"/>
            <a:ext cx="10001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送付商品</a:t>
            </a:r>
            <a:endParaRPr lang="en-US" sz="825" dirty="0"/>
          </a:p>
        </p:txBody>
      </p:sp>
      <p:sp>
        <p:nvSpPr>
          <p:cNvPr id="244" name="Shape 240"/>
          <p:cNvSpPr/>
          <p:nvPr/>
        </p:nvSpPr>
        <p:spPr>
          <a:xfrm>
            <a:off x="11463338" y="5786438"/>
            <a:ext cx="9525" cy="257175"/>
          </a:xfrm>
          <a:prstGeom prst="rect">
            <a:avLst/>
          </a:prstGeom>
          <a:solidFill>
            <a:srgbClr val="3D8B6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5" name="Text 241"/>
          <p:cNvSpPr/>
          <p:nvPr/>
        </p:nvSpPr>
        <p:spPr>
          <a:xfrm>
            <a:off x="10958513" y="5834063"/>
            <a:ext cx="4857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点数</a:t>
            </a:r>
            <a:endParaRPr lang="en-US" sz="825" dirty="0"/>
          </a:p>
        </p:txBody>
      </p:sp>
      <p:sp>
        <p:nvSpPr>
          <p:cNvPr id="246" name="Text 242"/>
          <p:cNvSpPr/>
          <p:nvPr/>
        </p:nvSpPr>
        <p:spPr>
          <a:xfrm>
            <a:off x="11491913" y="5834063"/>
            <a:ext cx="914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店舗着</a:t>
            </a:r>
            <a:endParaRPr lang="en-US" sz="825" dirty="0"/>
          </a:p>
        </p:txBody>
      </p:sp>
      <p:sp>
        <p:nvSpPr>
          <p:cNvPr id="247" name="Shape 243"/>
          <p:cNvSpPr/>
          <p:nvPr/>
        </p:nvSpPr>
        <p:spPr>
          <a:xfrm>
            <a:off x="147638" y="604361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8" name="Text 244"/>
          <p:cNvSpPr/>
          <p:nvPr/>
        </p:nvSpPr>
        <p:spPr>
          <a:xfrm>
            <a:off x="176213" y="609123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0159</a:t>
            </a:r>
            <a:endParaRPr lang="en-US" sz="825" dirty="0"/>
          </a:p>
        </p:txBody>
      </p:sp>
      <p:sp>
        <p:nvSpPr>
          <p:cNvPr id="249" name="Shape 245"/>
          <p:cNvSpPr/>
          <p:nvPr/>
        </p:nvSpPr>
        <p:spPr>
          <a:xfrm>
            <a:off x="642938" y="604361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0" name="Text 246"/>
          <p:cNvSpPr/>
          <p:nvPr/>
        </p:nvSpPr>
        <p:spPr>
          <a:xfrm>
            <a:off x="728663" y="609123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名張中央店</a:t>
            </a:r>
            <a:endParaRPr lang="en-US" sz="825" dirty="0"/>
          </a:p>
        </p:txBody>
      </p:sp>
      <p:sp>
        <p:nvSpPr>
          <p:cNvPr id="251" name="Shape 247"/>
          <p:cNvSpPr/>
          <p:nvPr/>
        </p:nvSpPr>
        <p:spPr>
          <a:xfrm>
            <a:off x="2071688" y="604361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2" name="Text 248"/>
          <p:cNvSpPr/>
          <p:nvPr/>
        </p:nvSpPr>
        <p:spPr>
          <a:xfrm>
            <a:off x="2157413" y="609123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三重県名張市蔵持町原出2006</a:t>
            </a:r>
            <a:endParaRPr lang="en-US" sz="825" dirty="0"/>
          </a:p>
        </p:txBody>
      </p:sp>
      <p:sp>
        <p:nvSpPr>
          <p:cNvPr id="253" name="Shape 249"/>
          <p:cNvSpPr/>
          <p:nvPr/>
        </p:nvSpPr>
        <p:spPr>
          <a:xfrm>
            <a:off x="9891713" y="604361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4" name="Text 250"/>
          <p:cNvSpPr/>
          <p:nvPr/>
        </p:nvSpPr>
        <p:spPr>
          <a:xfrm>
            <a:off x="9920288" y="609123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255" name="Shape 251"/>
          <p:cNvSpPr/>
          <p:nvPr/>
        </p:nvSpPr>
        <p:spPr>
          <a:xfrm>
            <a:off x="10939463" y="604361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6" name="Text 252"/>
          <p:cNvSpPr/>
          <p:nvPr/>
        </p:nvSpPr>
        <p:spPr>
          <a:xfrm>
            <a:off x="10968038" y="609123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257" name="Shape 253"/>
          <p:cNvSpPr/>
          <p:nvPr/>
        </p:nvSpPr>
        <p:spPr>
          <a:xfrm>
            <a:off x="11472863" y="604361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8" name="Text 254"/>
          <p:cNvSpPr/>
          <p:nvPr/>
        </p:nvSpPr>
        <p:spPr>
          <a:xfrm>
            <a:off x="11501438" y="609123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59" name="Shape 255"/>
          <p:cNvSpPr/>
          <p:nvPr/>
        </p:nvSpPr>
        <p:spPr>
          <a:xfrm>
            <a:off x="147638" y="628650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0" name="Text 256"/>
          <p:cNvSpPr/>
          <p:nvPr/>
        </p:nvSpPr>
        <p:spPr>
          <a:xfrm>
            <a:off x="176213" y="633412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0164</a:t>
            </a:r>
            <a:endParaRPr lang="en-US" sz="825" dirty="0"/>
          </a:p>
        </p:txBody>
      </p:sp>
      <p:sp>
        <p:nvSpPr>
          <p:cNvPr id="261" name="Shape 257"/>
          <p:cNvSpPr/>
          <p:nvPr/>
        </p:nvSpPr>
        <p:spPr>
          <a:xfrm>
            <a:off x="642938" y="628650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2" name="Text 258"/>
          <p:cNvSpPr/>
          <p:nvPr/>
        </p:nvSpPr>
        <p:spPr>
          <a:xfrm>
            <a:off x="728663" y="633412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和泉中央店</a:t>
            </a:r>
            <a:endParaRPr lang="en-US" sz="825" dirty="0"/>
          </a:p>
        </p:txBody>
      </p:sp>
      <p:sp>
        <p:nvSpPr>
          <p:cNvPr id="263" name="Shape 259"/>
          <p:cNvSpPr/>
          <p:nvPr/>
        </p:nvSpPr>
        <p:spPr>
          <a:xfrm>
            <a:off x="2071688" y="628650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4" name="Text 260"/>
          <p:cNvSpPr/>
          <p:nvPr/>
        </p:nvSpPr>
        <p:spPr>
          <a:xfrm>
            <a:off x="2157413" y="633412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大阪府和泉市池田下町170-1</a:t>
            </a:r>
            <a:endParaRPr lang="en-US" sz="825" dirty="0"/>
          </a:p>
        </p:txBody>
      </p:sp>
      <p:sp>
        <p:nvSpPr>
          <p:cNvPr id="265" name="Shape 261"/>
          <p:cNvSpPr/>
          <p:nvPr/>
        </p:nvSpPr>
        <p:spPr>
          <a:xfrm>
            <a:off x="9891713" y="628650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6" name="Text 262"/>
          <p:cNvSpPr/>
          <p:nvPr/>
        </p:nvSpPr>
        <p:spPr>
          <a:xfrm>
            <a:off x="9920288" y="633412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267" name="Shape 263"/>
          <p:cNvSpPr/>
          <p:nvPr/>
        </p:nvSpPr>
        <p:spPr>
          <a:xfrm>
            <a:off x="10939463" y="628650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8" name="Text 264"/>
          <p:cNvSpPr/>
          <p:nvPr/>
        </p:nvSpPr>
        <p:spPr>
          <a:xfrm>
            <a:off x="10968038" y="633412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269" name="Shape 265"/>
          <p:cNvSpPr/>
          <p:nvPr/>
        </p:nvSpPr>
        <p:spPr>
          <a:xfrm>
            <a:off x="11472863" y="628650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0" name="Text 266"/>
          <p:cNvSpPr/>
          <p:nvPr/>
        </p:nvSpPr>
        <p:spPr>
          <a:xfrm>
            <a:off x="11501438" y="633412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71" name="Shape 267"/>
          <p:cNvSpPr/>
          <p:nvPr/>
        </p:nvSpPr>
        <p:spPr>
          <a:xfrm>
            <a:off x="147638" y="652938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2" name="Text 268"/>
          <p:cNvSpPr/>
          <p:nvPr/>
        </p:nvSpPr>
        <p:spPr>
          <a:xfrm>
            <a:off x="176213" y="657701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0168</a:t>
            </a:r>
            <a:endParaRPr lang="en-US" sz="825" dirty="0"/>
          </a:p>
        </p:txBody>
      </p:sp>
      <p:sp>
        <p:nvSpPr>
          <p:cNvPr id="273" name="Shape 269"/>
          <p:cNvSpPr/>
          <p:nvPr/>
        </p:nvSpPr>
        <p:spPr>
          <a:xfrm>
            <a:off x="642938" y="652938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4" name="Text 270"/>
          <p:cNvSpPr/>
          <p:nvPr/>
        </p:nvSpPr>
        <p:spPr>
          <a:xfrm>
            <a:off x="728663" y="657701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阪南石田店</a:t>
            </a:r>
            <a:endParaRPr lang="en-US" sz="825" dirty="0"/>
          </a:p>
        </p:txBody>
      </p:sp>
      <p:sp>
        <p:nvSpPr>
          <p:cNvPr id="275" name="Shape 271"/>
          <p:cNvSpPr/>
          <p:nvPr/>
        </p:nvSpPr>
        <p:spPr>
          <a:xfrm>
            <a:off x="2071688" y="652938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6" name="Text 272"/>
          <p:cNvSpPr/>
          <p:nvPr/>
        </p:nvSpPr>
        <p:spPr>
          <a:xfrm>
            <a:off x="2157413" y="657701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大阪府阪南市石田259</a:t>
            </a:r>
            <a:endParaRPr lang="en-US" sz="825" dirty="0"/>
          </a:p>
        </p:txBody>
      </p:sp>
      <p:sp>
        <p:nvSpPr>
          <p:cNvPr id="277" name="Shape 273"/>
          <p:cNvSpPr/>
          <p:nvPr/>
        </p:nvSpPr>
        <p:spPr>
          <a:xfrm>
            <a:off x="9891713" y="652938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8" name="Text 274"/>
          <p:cNvSpPr/>
          <p:nvPr/>
        </p:nvSpPr>
        <p:spPr>
          <a:xfrm>
            <a:off x="9920288" y="657701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279" name="Shape 275"/>
          <p:cNvSpPr/>
          <p:nvPr/>
        </p:nvSpPr>
        <p:spPr>
          <a:xfrm>
            <a:off x="10939463" y="652938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0" name="Text 276"/>
          <p:cNvSpPr/>
          <p:nvPr/>
        </p:nvSpPr>
        <p:spPr>
          <a:xfrm>
            <a:off x="10968038" y="657701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281" name="Shape 277"/>
          <p:cNvSpPr/>
          <p:nvPr/>
        </p:nvSpPr>
        <p:spPr>
          <a:xfrm>
            <a:off x="11472863" y="652938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2" name="Text 278"/>
          <p:cNvSpPr/>
          <p:nvPr/>
        </p:nvSpPr>
        <p:spPr>
          <a:xfrm>
            <a:off x="11501438" y="657701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83" name="Shape 279"/>
          <p:cNvSpPr/>
          <p:nvPr/>
        </p:nvSpPr>
        <p:spPr>
          <a:xfrm>
            <a:off x="147638" y="677227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4" name="Text 280"/>
          <p:cNvSpPr/>
          <p:nvPr/>
        </p:nvSpPr>
        <p:spPr>
          <a:xfrm>
            <a:off x="176213" y="681990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0169</a:t>
            </a:r>
            <a:endParaRPr lang="en-US" sz="825" dirty="0"/>
          </a:p>
        </p:txBody>
      </p:sp>
      <p:sp>
        <p:nvSpPr>
          <p:cNvPr id="285" name="Shape 281"/>
          <p:cNvSpPr/>
          <p:nvPr/>
        </p:nvSpPr>
        <p:spPr>
          <a:xfrm>
            <a:off x="642938" y="677227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6" name="Text 282"/>
          <p:cNvSpPr/>
          <p:nvPr/>
        </p:nvSpPr>
        <p:spPr>
          <a:xfrm>
            <a:off x="728663" y="681990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沢良宜店</a:t>
            </a:r>
            <a:endParaRPr lang="en-US" sz="825" dirty="0"/>
          </a:p>
        </p:txBody>
      </p:sp>
      <p:sp>
        <p:nvSpPr>
          <p:cNvPr id="287" name="Shape 283"/>
          <p:cNvSpPr/>
          <p:nvPr/>
        </p:nvSpPr>
        <p:spPr>
          <a:xfrm>
            <a:off x="2071688" y="677227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8" name="Text 284"/>
          <p:cNvSpPr/>
          <p:nvPr/>
        </p:nvSpPr>
        <p:spPr>
          <a:xfrm>
            <a:off x="2157413" y="681990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大阪府茨木市沢良宜浜2-1-6</a:t>
            </a:r>
            <a:endParaRPr lang="en-US" sz="825" dirty="0"/>
          </a:p>
        </p:txBody>
      </p:sp>
      <p:sp>
        <p:nvSpPr>
          <p:cNvPr id="289" name="Shape 285"/>
          <p:cNvSpPr/>
          <p:nvPr/>
        </p:nvSpPr>
        <p:spPr>
          <a:xfrm>
            <a:off x="9891713" y="677227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0" name="Text 286"/>
          <p:cNvSpPr/>
          <p:nvPr/>
        </p:nvSpPr>
        <p:spPr>
          <a:xfrm>
            <a:off x="9920288" y="681990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291" name="Shape 287"/>
          <p:cNvSpPr/>
          <p:nvPr/>
        </p:nvSpPr>
        <p:spPr>
          <a:xfrm>
            <a:off x="10939463" y="677227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2" name="Text 288"/>
          <p:cNvSpPr/>
          <p:nvPr/>
        </p:nvSpPr>
        <p:spPr>
          <a:xfrm>
            <a:off x="10968038" y="681990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293" name="Shape 289"/>
          <p:cNvSpPr/>
          <p:nvPr/>
        </p:nvSpPr>
        <p:spPr>
          <a:xfrm>
            <a:off x="11472863" y="677227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4" name="Text 290"/>
          <p:cNvSpPr/>
          <p:nvPr/>
        </p:nvSpPr>
        <p:spPr>
          <a:xfrm>
            <a:off x="11501438" y="681990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295" name="Shape 291"/>
          <p:cNvSpPr/>
          <p:nvPr/>
        </p:nvSpPr>
        <p:spPr>
          <a:xfrm>
            <a:off x="147638" y="701516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6" name="Text 292"/>
          <p:cNvSpPr/>
          <p:nvPr/>
        </p:nvSpPr>
        <p:spPr>
          <a:xfrm>
            <a:off x="176213" y="706278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0171</a:t>
            </a:r>
            <a:endParaRPr lang="en-US" sz="825" dirty="0"/>
          </a:p>
        </p:txBody>
      </p:sp>
      <p:sp>
        <p:nvSpPr>
          <p:cNvPr id="297" name="Shape 293"/>
          <p:cNvSpPr/>
          <p:nvPr/>
        </p:nvSpPr>
        <p:spPr>
          <a:xfrm>
            <a:off x="642938" y="701516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8" name="Text 294"/>
          <p:cNvSpPr/>
          <p:nvPr/>
        </p:nvSpPr>
        <p:spPr>
          <a:xfrm>
            <a:off x="728663" y="706278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田宮店</a:t>
            </a:r>
            <a:endParaRPr lang="en-US" sz="825" dirty="0"/>
          </a:p>
        </p:txBody>
      </p:sp>
      <p:sp>
        <p:nvSpPr>
          <p:cNvPr id="299" name="Shape 295"/>
          <p:cNvSpPr/>
          <p:nvPr/>
        </p:nvSpPr>
        <p:spPr>
          <a:xfrm>
            <a:off x="2071688" y="701516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0" name="Text 296"/>
          <p:cNvSpPr/>
          <p:nvPr/>
        </p:nvSpPr>
        <p:spPr>
          <a:xfrm>
            <a:off x="2157413" y="706278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徳島県徳島市北田宮1-3-5</a:t>
            </a:r>
            <a:endParaRPr lang="en-US" sz="825" dirty="0"/>
          </a:p>
        </p:txBody>
      </p:sp>
      <p:sp>
        <p:nvSpPr>
          <p:cNvPr id="301" name="Shape 297"/>
          <p:cNvSpPr/>
          <p:nvPr/>
        </p:nvSpPr>
        <p:spPr>
          <a:xfrm>
            <a:off x="9891713" y="701516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2" name="Text 298"/>
          <p:cNvSpPr/>
          <p:nvPr/>
        </p:nvSpPr>
        <p:spPr>
          <a:xfrm>
            <a:off x="9920288" y="706278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303" name="Shape 299"/>
          <p:cNvSpPr/>
          <p:nvPr/>
        </p:nvSpPr>
        <p:spPr>
          <a:xfrm>
            <a:off x="10939463" y="701516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4" name="Text 300"/>
          <p:cNvSpPr/>
          <p:nvPr/>
        </p:nvSpPr>
        <p:spPr>
          <a:xfrm>
            <a:off x="10968038" y="706278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05" name="Shape 301"/>
          <p:cNvSpPr/>
          <p:nvPr/>
        </p:nvSpPr>
        <p:spPr>
          <a:xfrm>
            <a:off x="11472863" y="701516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6" name="Text 302"/>
          <p:cNvSpPr/>
          <p:nvPr/>
        </p:nvSpPr>
        <p:spPr>
          <a:xfrm>
            <a:off x="11501438" y="706278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07" name="Shape 303"/>
          <p:cNvSpPr/>
          <p:nvPr/>
        </p:nvSpPr>
        <p:spPr>
          <a:xfrm>
            <a:off x="147638" y="725805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8" name="Text 304"/>
          <p:cNvSpPr/>
          <p:nvPr/>
        </p:nvSpPr>
        <p:spPr>
          <a:xfrm>
            <a:off x="176213" y="730567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0176</a:t>
            </a:r>
            <a:endParaRPr lang="en-US" sz="825" dirty="0"/>
          </a:p>
        </p:txBody>
      </p:sp>
      <p:sp>
        <p:nvSpPr>
          <p:cNvPr id="309" name="Shape 305"/>
          <p:cNvSpPr/>
          <p:nvPr/>
        </p:nvSpPr>
        <p:spPr>
          <a:xfrm>
            <a:off x="642938" y="725805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0" name="Text 306"/>
          <p:cNvSpPr/>
          <p:nvPr/>
        </p:nvSpPr>
        <p:spPr>
          <a:xfrm>
            <a:off x="728663" y="730567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三木店</a:t>
            </a:r>
            <a:endParaRPr lang="en-US" sz="825" dirty="0"/>
          </a:p>
        </p:txBody>
      </p:sp>
      <p:sp>
        <p:nvSpPr>
          <p:cNvPr id="311" name="Shape 307"/>
          <p:cNvSpPr/>
          <p:nvPr/>
        </p:nvSpPr>
        <p:spPr>
          <a:xfrm>
            <a:off x="2071688" y="725805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2" name="Text 308"/>
          <p:cNvSpPr/>
          <p:nvPr/>
        </p:nvSpPr>
        <p:spPr>
          <a:xfrm>
            <a:off x="2157413" y="730567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兵庫県三木市加佐横塚285-10</a:t>
            </a:r>
            <a:endParaRPr lang="en-US" sz="825" dirty="0"/>
          </a:p>
        </p:txBody>
      </p:sp>
      <p:sp>
        <p:nvSpPr>
          <p:cNvPr id="313" name="Shape 309"/>
          <p:cNvSpPr/>
          <p:nvPr/>
        </p:nvSpPr>
        <p:spPr>
          <a:xfrm>
            <a:off x="9891713" y="725805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4" name="Text 310"/>
          <p:cNvSpPr/>
          <p:nvPr/>
        </p:nvSpPr>
        <p:spPr>
          <a:xfrm>
            <a:off x="9920288" y="730567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315" name="Shape 311"/>
          <p:cNvSpPr/>
          <p:nvPr/>
        </p:nvSpPr>
        <p:spPr>
          <a:xfrm>
            <a:off x="10939463" y="725805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6" name="Text 312"/>
          <p:cNvSpPr/>
          <p:nvPr/>
        </p:nvSpPr>
        <p:spPr>
          <a:xfrm>
            <a:off x="10968038" y="730567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317" name="Shape 313"/>
          <p:cNvSpPr/>
          <p:nvPr/>
        </p:nvSpPr>
        <p:spPr>
          <a:xfrm>
            <a:off x="11472863" y="725805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8" name="Text 314"/>
          <p:cNvSpPr/>
          <p:nvPr/>
        </p:nvSpPr>
        <p:spPr>
          <a:xfrm>
            <a:off x="11501438" y="730567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19" name="Shape 315"/>
          <p:cNvSpPr/>
          <p:nvPr/>
        </p:nvSpPr>
        <p:spPr>
          <a:xfrm>
            <a:off x="147638" y="750093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0" name="Text 316"/>
          <p:cNvSpPr/>
          <p:nvPr/>
        </p:nvSpPr>
        <p:spPr>
          <a:xfrm>
            <a:off x="176213" y="754856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0185</a:t>
            </a:r>
            <a:endParaRPr lang="en-US" sz="825" dirty="0"/>
          </a:p>
        </p:txBody>
      </p:sp>
      <p:sp>
        <p:nvSpPr>
          <p:cNvPr id="321" name="Shape 317"/>
          <p:cNvSpPr/>
          <p:nvPr/>
        </p:nvSpPr>
        <p:spPr>
          <a:xfrm>
            <a:off x="642938" y="750093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2" name="Text 318"/>
          <p:cNvSpPr/>
          <p:nvPr/>
        </p:nvSpPr>
        <p:spPr>
          <a:xfrm>
            <a:off x="728663" y="754856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鳴門店</a:t>
            </a:r>
            <a:endParaRPr lang="en-US" sz="825" dirty="0"/>
          </a:p>
        </p:txBody>
      </p:sp>
      <p:sp>
        <p:nvSpPr>
          <p:cNvPr id="323" name="Shape 319"/>
          <p:cNvSpPr/>
          <p:nvPr/>
        </p:nvSpPr>
        <p:spPr>
          <a:xfrm>
            <a:off x="2071688" y="750093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4" name="Text 320"/>
          <p:cNvSpPr/>
          <p:nvPr/>
        </p:nvSpPr>
        <p:spPr>
          <a:xfrm>
            <a:off x="2157413" y="754856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徳島県鳴門市撫養町黒崎字松島110</a:t>
            </a:r>
            <a:endParaRPr lang="en-US" sz="825" dirty="0"/>
          </a:p>
        </p:txBody>
      </p:sp>
      <p:sp>
        <p:nvSpPr>
          <p:cNvPr id="325" name="Shape 321"/>
          <p:cNvSpPr/>
          <p:nvPr/>
        </p:nvSpPr>
        <p:spPr>
          <a:xfrm>
            <a:off x="9891713" y="750093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6" name="Text 322"/>
          <p:cNvSpPr/>
          <p:nvPr/>
        </p:nvSpPr>
        <p:spPr>
          <a:xfrm>
            <a:off x="9920288" y="754856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327" name="Shape 323"/>
          <p:cNvSpPr/>
          <p:nvPr/>
        </p:nvSpPr>
        <p:spPr>
          <a:xfrm>
            <a:off x="10939463" y="750093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8" name="Text 324"/>
          <p:cNvSpPr/>
          <p:nvPr/>
        </p:nvSpPr>
        <p:spPr>
          <a:xfrm>
            <a:off x="10968038" y="754856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29" name="Shape 325"/>
          <p:cNvSpPr/>
          <p:nvPr/>
        </p:nvSpPr>
        <p:spPr>
          <a:xfrm>
            <a:off x="11472863" y="750093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0" name="Text 326"/>
          <p:cNvSpPr/>
          <p:nvPr/>
        </p:nvSpPr>
        <p:spPr>
          <a:xfrm>
            <a:off x="11501438" y="754856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31" name="Shape 327"/>
          <p:cNvSpPr/>
          <p:nvPr/>
        </p:nvSpPr>
        <p:spPr>
          <a:xfrm>
            <a:off x="147638" y="774382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2" name="Text 328"/>
          <p:cNvSpPr/>
          <p:nvPr/>
        </p:nvSpPr>
        <p:spPr>
          <a:xfrm>
            <a:off x="176213" y="779145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0187</a:t>
            </a:r>
            <a:endParaRPr lang="en-US" sz="825" dirty="0"/>
          </a:p>
        </p:txBody>
      </p:sp>
      <p:sp>
        <p:nvSpPr>
          <p:cNvPr id="333" name="Shape 329"/>
          <p:cNvSpPr/>
          <p:nvPr/>
        </p:nvSpPr>
        <p:spPr>
          <a:xfrm>
            <a:off x="642938" y="774382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4" name="Text 330"/>
          <p:cNvSpPr/>
          <p:nvPr/>
        </p:nvSpPr>
        <p:spPr>
          <a:xfrm>
            <a:off x="728663" y="779145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河内磐船店</a:t>
            </a:r>
            <a:endParaRPr lang="en-US" sz="825" dirty="0"/>
          </a:p>
        </p:txBody>
      </p:sp>
      <p:sp>
        <p:nvSpPr>
          <p:cNvPr id="335" name="Shape 331"/>
          <p:cNvSpPr/>
          <p:nvPr/>
        </p:nvSpPr>
        <p:spPr>
          <a:xfrm>
            <a:off x="2071688" y="774382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6" name="Text 332"/>
          <p:cNvSpPr/>
          <p:nvPr/>
        </p:nvSpPr>
        <p:spPr>
          <a:xfrm>
            <a:off x="2157413" y="779145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大阪府交野市森北1-17-22</a:t>
            </a:r>
            <a:endParaRPr lang="en-US" sz="825" dirty="0"/>
          </a:p>
        </p:txBody>
      </p:sp>
      <p:sp>
        <p:nvSpPr>
          <p:cNvPr id="337" name="Shape 333"/>
          <p:cNvSpPr/>
          <p:nvPr/>
        </p:nvSpPr>
        <p:spPr>
          <a:xfrm>
            <a:off x="9891713" y="774382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8" name="Text 334"/>
          <p:cNvSpPr/>
          <p:nvPr/>
        </p:nvSpPr>
        <p:spPr>
          <a:xfrm>
            <a:off x="9920288" y="779145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339" name="Shape 335"/>
          <p:cNvSpPr/>
          <p:nvPr/>
        </p:nvSpPr>
        <p:spPr>
          <a:xfrm>
            <a:off x="10939463" y="774382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0" name="Text 336"/>
          <p:cNvSpPr/>
          <p:nvPr/>
        </p:nvSpPr>
        <p:spPr>
          <a:xfrm>
            <a:off x="10968038" y="779145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41" name="Shape 337"/>
          <p:cNvSpPr/>
          <p:nvPr/>
        </p:nvSpPr>
        <p:spPr>
          <a:xfrm>
            <a:off x="11472863" y="774382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2" name="Text 338"/>
          <p:cNvSpPr/>
          <p:nvPr/>
        </p:nvSpPr>
        <p:spPr>
          <a:xfrm>
            <a:off x="11501438" y="779145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43" name="Shape 339"/>
          <p:cNvSpPr/>
          <p:nvPr/>
        </p:nvSpPr>
        <p:spPr>
          <a:xfrm>
            <a:off x="147638" y="798671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4" name="Text 340"/>
          <p:cNvSpPr/>
          <p:nvPr/>
        </p:nvSpPr>
        <p:spPr>
          <a:xfrm>
            <a:off x="176213" y="803433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0188</a:t>
            </a:r>
            <a:endParaRPr lang="en-US" sz="825" dirty="0"/>
          </a:p>
        </p:txBody>
      </p:sp>
      <p:sp>
        <p:nvSpPr>
          <p:cNvPr id="345" name="Shape 341"/>
          <p:cNvSpPr/>
          <p:nvPr/>
        </p:nvSpPr>
        <p:spPr>
          <a:xfrm>
            <a:off x="642938" y="798671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6" name="Text 342"/>
          <p:cNvSpPr/>
          <p:nvPr/>
        </p:nvSpPr>
        <p:spPr>
          <a:xfrm>
            <a:off x="728663" y="803433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栗東店</a:t>
            </a:r>
            <a:endParaRPr lang="en-US" sz="825" dirty="0"/>
          </a:p>
        </p:txBody>
      </p:sp>
      <p:sp>
        <p:nvSpPr>
          <p:cNvPr id="347" name="Shape 343"/>
          <p:cNvSpPr/>
          <p:nvPr/>
        </p:nvSpPr>
        <p:spPr>
          <a:xfrm>
            <a:off x="2071688" y="798671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8" name="Text 344"/>
          <p:cNvSpPr/>
          <p:nvPr/>
        </p:nvSpPr>
        <p:spPr>
          <a:xfrm>
            <a:off x="2157413" y="803433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滋賀県栗東市霊仙寺3-2-29</a:t>
            </a:r>
            <a:endParaRPr lang="en-US" sz="825" dirty="0"/>
          </a:p>
        </p:txBody>
      </p:sp>
      <p:sp>
        <p:nvSpPr>
          <p:cNvPr id="349" name="Shape 345"/>
          <p:cNvSpPr/>
          <p:nvPr/>
        </p:nvSpPr>
        <p:spPr>
          <a:xfrm>
            <a:off x="9891713" y="798671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0" name="Text 346"/>
          <p:cNvSpPr/>
          <p:nvPr/>
        </p:nvSpPr>
        <p:spPr>
          <a:xfrm>
            <a:off x="9920288" y="803433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351" name="Shape 347"/>
          <p:cNvSpPr/>
          <p:nvPr/>
        </p:nvSpPr>
        <p:spPr>
          <a:xfrm>
            <a:off x="10939463" y="798671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2" name="Text 348"/>
          <p:cNvSpPr/>
          <p:nvPr/>
        </p:nvSpPr>
        <p:spPr>
          <a:xfrm>
            <a:off x="10968038" y="803433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353" name="Shape 349"/>
          <p:cNvSpPr/>
          <p:nvPr/>
        </p:nvSpPr>
        <p:spPr>
          <a:xfrm>
            <a:off x="11472863" y="798671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4" name="Text 350"/>
          <p:cNvSpPr/>
          <p:nvPr/>
        </p:nvSpPr>
        <p:spPr>
          <a:xfrm>
            <a:off x="11501438" y="803433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55" name="Shape 351"/>
          <p:cNvSpPr/>
          <p:nvPr/>
        </p:nvSpPr>
        <p:spPr>
          <a:xfrm>
            <a:off x="147638" y="822960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6" name="Text 352"/>
          <p:cNvSpPr/>
          <p:nvPr/>
        </p:nvSpPr>
        <p:spPr>
          <a:xfrm>
            <a:off x="176213" y="827722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0190</a:t>
            </a:r>
            <a:endParaRPr lang="en-US" sz="825" dirty="0"/>
          </a:p>
        </p:txBody>
      </p:sp>
      <p:sp>
        <p:nvSpPr>
          <p:cNvPr id="357" name="Shape 353"/>
          <p:cNvSpPr/>
          <p:nvPr/>
        </p:nvSpPr>
        <p:spPr>
          <a:xfrm>
            <a:off x="642938" y="822960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8" name="Text 354"/>
          <p:cNvSpPr/>
          <p:nvPr/>
        </p:nvSpPr>
        <p:spPr>
          <a:xfrm>
            <a:off x="728663" y="827722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夏見橋店</a:t>
            </a:r>
            <a:endParaRPr lang="en-US" sz="825" dirty="0"/>
          </a:p>
        </p:txBody>
      </p:sp>
      <p:sp>
        <p:nvSpPr>
          <p:cNvPr id="359" name="Shape 355"/>
          <p:cNvSpPr/>
          <p:nvPr/>
        </p:nvSpPr>
        <p:spPr>
          <a:xfrm>
            <a:off x="2071688" y="822960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0" name="Text 356"/>
          <p:cNvSpPr/>
          <p:nvPr/>
        </p:nvSpPr>
        <p:spPr>
          <a:xfrm>
            <a:off x="2157413" y="827722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三重県名張市夏見字上之出2452</a:t>
            </a:r>
            <a:endParaRPr lang="en-US" sz="825" dirty="0"/>
          </a:p>
        </p:txBody>
      </p:sp>
      <p:sp>
        <p:nvSpPr>
          <p:cNvPr id="361" name="Shape 357"/>
          <p:cNvSpPr/>
          <p:nvPr/>
        </p:nvSpPr>
        <p:spPr>
          <a:xfrm>
            <a:off x="9891713" y="822960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2" name="Text 358"/>
          <p:cNvSpPr/>
          <p:nvPr/>
        </p:nvSpPr>
        <p:spPr>
          <a:xfrm>
            <a:off x="9920288" y="827722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363" name="Shape 359"/>
          <p:cNvSpPr/>
          <p:nvPr/>
        </p:nvSpPr>
        <p:spPr>
          <a:xfrm>
            <a:off x="10939463" y="822960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4" name="Text 360"/>
          <p:cNvSpPr/>
          <p:nvPr/>
        </p:nvSpPr>
        <p:spPr>
          <a:xfrm>
            <a:off x="10968038" y="827722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365" name="Shape 361"/>
          <p:cNvSpPr/>
          <p:nvPr/>
        </p:nvSpPr>
        <p:spPr>
          <a:xfrm>
            <a:off x="11472863" y="822960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6" name="Text 362"/>
          <p:cNvSpPr/>
          <p:nvPr/>
        </p:nvSpPr>
        <p:spPr>
          <a:xfrm>
            <a:off x="11501438" y="827722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67" name="Shape 363"/>
          <p:cNvSpPr/>
          <p:nvPr/>
        </p:nvSpPr>
        <p:spPr>
          <a:xfrm>
            <a:off x="147638" y="847248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8" name="Text 364"/>
          <p:cNvSpPr/>
          <p:nvPr/>
        </p:nvSpPr>
        <p:spPr>
          <a:xfrm>
            <a:off x="176213" y="852011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0192</a:t>
            </a:r>
            <a:endParaRPr lang="en-US" sz="825" dirty="0"/>
          </a:p>
        </p:txBody>
      </p:sp>
      <p:sp>
        <p:nvSpPr>
          <p:cNvPr id="369" name="Shape 365"/>
          <p:cNvSpPr/>
          <p:nvPr/>
        </p:nvSpPr>
        <p:spPr>
          <a:xfrm>
            <a:off x="642938" y="847248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0" name="Text 366"/>
          <p:cNvSpPr/>
          <p:nvPr/>
        </p:nvSpPr>
        <p:spPr>
          <a:xfrm>
            <a:off x="728663" y="852011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生駒店</a:t>
            </a:r>
            <a:endParaRPr lang="en-US" sz="825" dirty="0"/>
          </a:p>
        </p:txBody>
      </p:sp>
      <p:sp>
        <p:nvSpPr>
          <p:cNvPr id="371" name="Shape 367"/>
          <p:cNvSpPr/>
          <p:nvPr/>
        </p:nvSpPr>
        <p:spPr>
          <a:xfrm>
            <a:off x="2071688" y="847248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2" name="Text 368"/>
          <p:cNvSpPr/>
          <p:nvPr/>
        </p:nvSpPr>
        <p:spPr>
          <a:xfrm>
            <a:off x="2157413" y="852011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奈良県生駒市小明町250-6</a:t>
            </a:r>
            <a:endParaRPr lang="en-US" sz="825" dirty="0"/>
          </a:p>
        </p:txBody>
      </p:sp>
      <p:sp>
        <p:nvSpPr>
          <p:cNvPr id="373" name="Shape 369"/>
          <p:cNvSpPr/>
          <p:nvPr/>
        </p:nvSpPr>
        <p:spPr>
          <a:xfrm>
            <a:off x="9891713" y="847248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4" name="Text 370"/>
          <p:cNvSpPr/>
          <p:nvPr/>
        </p:nvSpPr>
        <p:spPr>
          <a:xfrm>
            <a:off x="9920288" y="852011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375" name="Shape 371"/>
          <p:cNvSpPr/>
          <p:nvPr/>
        </p:nvSpPr>
        <p:spPr>
          <a:xfrm>
            <a:off x="10939463" y="847248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6" name="Text 372"/>
          <p:cNvSpPr/>
          <p:nvPr/>
        </p:nvSpPr>
        <p:spPr>
          <a:xfrm>
            <a:off x="10968038" y="852011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77" name="Shape 373"/>
          <p:cNvSpPr/>
          <p:nvPr/>
        </p:nvSpPr>
        <p:spPr>
          <a:xfrm>
            <a:off x="11472863" y="847248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8" name="Text 374"/>
          <p:cNvSpPr/>
          <p:nvPr/>
        </p:nvSpPr>
        <p:spPr>
          <a:xfrm>
            <a:off x="11501438" y="852011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79" name="Shape 375"/>
          <p:cNvSpPr/>
          <p:nvPr/>
        </p:nvSpPr>
        <p:spPr>
          <a:xfrm>
            <a:off x="147638" y="871537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0" name="Text 376"/>
          <p:cNvSpPr/>
          <p:nvPr/>
        </p:nvSpPr>
        <p:spPr>
          <a:xfrm>
            <a:off x="176213" y="876300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0193</a:t>
            </a:r>
            <a:endParaRPr lang="en-US" sz="825" dirty="0"/>
          </a:p>
        </p:txBody>
      </p:sp>
      <p:sp>
        <p:nvSpPr>
          <p:cNvPr id="381" name="Shape 377"/>
          <p:cNvSpPr/>
          <p:nvPr/>
        </p:nvSpPr>
        <p:spPr>
          <a:xfrm>
            <a:off x="642938" y="871537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2" name="Text 378"/>
          <p:cNvSpPr/>
          <p:nvPr/>
        </p:nvSpPr>
        <p:spPr>
          <a:xfrm>
            <a:off x="728663" y="876300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三和町店</a:t>
            </a:r>
            <a:endParaRPr lang="en-US" sz="825" dirty="0"/>
          </a:p>
        </p:txBody>
      </p:sp>
      <p:sp>
        <p:nvSpPr>
          <p:cNvPr id="383" name="Shape 379"/>
          <p:cNvSpPr/>
          <p:nvPr/>
        </p:nvSpPr>
        <p:spPr>
          <a:xfrm>
            <a:off x="2071688" y="871537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4" name="Text 380"/>
          <p:cNvSpPr/>
          <p:nvPr/>
        </p:nvSpPr>
        <p:spPr>
          <a:xfrm>
            <a:off x="2157413" y="876300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奈良県大和高田市三和町5-7</a:t>
            </a:r>
            <a:endParaRPr lang="en-US" sz="825" dirty="0"/>
          </a:p>
        </p:txBody>
      </p:sp>
      <p:sp>
        <p:nvSpPr>
          <p:cNvPr id="385" name="Shape 381"/>
          <p:cNvSpPr/>
          <p:nvPr/>
        </p:nvSpPr>
        <p:spPr>
          <a:xfrm>
            <a:off x="9891713" y="871537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6" name="Text 382"/>
          <p:cNvSpPr/>
          <p:nvPr/>
        </p:nvSpPr>
        <p:spPr>
          <a:xfrm>
            <a:off x="9920288" y="876300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387" name="Shape 383"/>
          <p:cNvSpPr/>
          <p:nvPr/>
        </p:nvSpPr>
        <p:spPr>
          <a:xfrm>
            <a:off x="10939463" y="871537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8" name="Text 384"/>
          <p:cNvSpPr/>
          <p:nvPr/>
        </p:nvSpPr>
        <p:spPr>
          <a:xfrm>
            <a:off x="10968038" y="876300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389" name="Shape 385"/>
          <p:cNvSpPr/>
          <p:nvPr/>
        </p:nvSpPr>
        <p:spPr>
          <a:xfrm>
            <a:off x="11472863" y="871537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0" name="Text 386"/>
          <p:cNvSpPr/>
          <p:nvPr/>
        </p:nvSpPr>
        <p:spPr>
          <a:xfrm>
            <a:off x="11501438" y="876300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391" name="Shape 387"/>
          <p:cNvSpPr/>
          <p:nvPr/>
        </p:nvSpPr>
        <p:spPr>
          <a:xfrm>
            <a:off x="147638" y="895826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2" name="Text 388"/>
          <p:cNvSpPr/>
          <p:nvPr/>
        </p:nvSpPr>
        <p:spPr>
          <a:xfrm>
            <a:off x="176213" y="900588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0194</a:t>
            </a:r>
            <a:endParaRPr lang="en-US" sz="825" dirty="0"/>
          </a:p>
        </p:txBody>
      </p:sp>
      <p:sp>
        <p:nvSpPr>
          <p:cNvPr id="393" name="Shape 389"/>
          <p:cNvSpPr/>
          <p:nvPr/>
        </p:nvSpPr>
        <p:spPr>
          <a:xfrm>
            <a:off x="642938" y="895826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4" name="Text 390"/>
          <p:cNvSpPr/>
          <p:nvPr/>
        </p:nvSpPr>
        <p:spPr>
          <a:xfrm>
            <a:off x="728663" y="900588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御所店</a:t>
            </a:r>
            <a:endParaRPr lang="en-US" sz="825" dirty="0"/>
          </a:p>
        </p:txBody>
      </p:sp>
      <p:sp>
        <p:nvSpPr>
          <p:cNvPr id="395" name="Shape 391"/>
          <p:cNvSpPr/>
          <p:nvPr/>
        </p:nvSpPr>
        <p:spPr>
          <a:xfrm>
            <a:off x="2071688" y="895826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6" name="Text 392"/>
          <p:cNvSpPr/>
          <p:nvPr/>
        </p:nvSpPr>
        <p:spPr>
          <a:xfrm>
            <a:off x="2157413" y="900588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奈良県御所市東松本266-6</a:t>
            </a:r>
            <a:endParaRPr lang="en-US" sz="825" dirty="0"/>
          </a:p>
        </p:txBody>
      </p:sp>
      <p:sp>
        <p:nvSpPr>
          <p:cNvPr id="397" name="Shape 393"/>
          <p:cNvSpPr/>
          <p:nvPr/>
        </p:nvSpPr>
        <p:spPr>
          <a:xfrm>
            <a:off x="9891713" y="895826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8" name="Text 394"/>
          <p:cNvSpPr/>
          <p:nvPr/>
        </p:nvSpPr>
        <p:spPr>
          <a:xfrm>
            <a:off x="9920288" y="900588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399" name="Shape 395"/>
          <p:cNvSpPr/>
          <p:nvPr/>
        </p:nvSpPr>
        <p:spPr>
          <a:xfrm>
            <a:off x="10939463" y="895826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0" name="Text 396"/>
          <p:cNvSpPr/>
          <p:nvPr/>
        </p:nvSpPr>
        <p:spPr>
          <a:xfrm>
            <a:off x="10968038" y="900588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401" name="Shape 397"/>
          <p:cNvSpPr/>
          <p:nvPr/>
        </p:nvSpPr>
        <p:spPr>
          <a:xfrm>
            <a:off x="11472863" y="895826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2" name="Text 398"/>
          <p:cNvSpPr/>
          <p:nvPr/>
        </p:nvSpPr>
        <p:spPr>
          <a:xfrm>
            <a:off x="11501438" y="900588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03" name="Shape 399"/>
          <p:cNvSpPr/>
          <p:nvPr/>
        </p:nvSpPr>
        <p:spPr>
          <a:xfrm>
            <a:off x="147638" y="920115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4" name="Text 400"/>
          <p:cNvSpPr/>
          <p:nvPr/>
        </p:nvSpPr>
        <p:spPr>
          <a:xfrm>
            <a:off x="176213" y="924877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0196</a:t>
            </a:r>
            <a:endParaRPr lang="en-US" sz="825" dirty="0"/>
          </a:p>
        </p:txBody>
      </p:sp>
      <p:sp>
        <p:nvSpPr>
          <p:cNvPr id="405" name="Shape 401"/>
          <p:cNvSpPr/>
          <p:nvPr/>
        </p:nvSpPr>
        <p:spPr>
          <a:xfrm>
            <a:off x="642938" y="920115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6" name="Text 402"/>
          <p:cNvSpPr/>
          <p:nvPr/>
        </p:nvSpPr>
        <p:spPr>
          <a:xfrm>
            <a:off x="728663" y="924877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香芝逢坂店</a:t>
            </a:r>
            <a:endParaRPr lang="en-US" sz="825" dirty="0"/>
          </a:p>
        </p:txBody>
      </p:sp>
      <p:sp>
        <p:nvSpPr>
          <p:cNvPr id="407" name="Shape 403"/>
          <p:cNvSpPr/>
          <p:nvPr/>
        </p:nvSpPr>
        <p:spPr>
          <a:xfrm>
            <a:off x="2071688" y="920115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8" name="Text 404"/>
          <p:cNvSpPr/>
          <p:nvPr/>
        </p:nvSpPr>
        <p:spPr>
          <a:xfrm>
            <a:off x="2157413" y="924877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奈良県香芝市逢坂8-205-1</a:t>
            </a:r>
            <a:endParaRPr lang="en-US" sz="825" dirty="0"/>
          </a:p>
        </p:txBody>
      </p:sp>
      <p:sp>
        <p:nvSpPr>
          <p:cNvPr id="409" name="Shape 405"/>
          <p:cNvSpPr/>
          <p:nvPr/>
        </p:nvSpPr>
        <p:spPr>
          <a:xfrm>
            <a:off x="9891713" y="920115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0" name="Text 406"/>
          <p:cNvSpPr/>
          <p:nvPr/>
        </p:nvSpPr>
        <p:spPr>
          <a:xfrm>
            <a:off x="9920288" y="924877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11" name="Shape 407"/>
          <p:cNvSpPr/>
          <p:nvPr/>
        </p:nvSpPr>
        <p:spPr>
          <a:xfrm>
            <a:off x="10939463" y="920115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2" name="Text 408"/>
          <p:cNvSpPr/>
          <p:nvPr/>
        </p:nvSpPr>
        <p:spPr>
          <a:xfrm>
            <a:off x="10968038" y="924877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13" name="Shape 409"/>
          <p:cNvSpPr/>
          <p:nvPr/>
        </p:nvSpPr>
        <p:spPr>
          <a:xfrm>
            <a:off x="11472863" y="920115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4" name="Text 410"/>
          <p:cNvSpPr/>
          <p:nvPr/>
        </p:nvSpPr>
        <p:spPr>
          <a:xfrm>
            <a:off x="11501438" y="924877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15" name="Shape 411"/>
          <p:cNvSpPr/>
          <p:nvPr/>
        </p:nvSpPr>
        <p:spPr>
          <a:xfrm>
            <a:off x="147638" y="944403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6" name="Text 412"/>
          <p:cNvSpPr/>
          <p:nvPr/>
        </p:nvSpPr>
        <p:spPr>
          <a:xfrm>
            <a:off x="176213" y="949166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0197</a:t>
            </a:r>
            <a:endParaRPr lang="en-US" sz="825" dirty="0"/>
          </a:p>
        </p:txBody>
      </p:sp>
      <p:sp>
        <p:nvSpPr>
          <p:cNvPr id="417" name="Shape 413"/>
          <p:cNvSpPr/>
          <p:nvPr/>
        </p:nvSpPr>
        <p:spPr>
          <a:xfrm>
            <a:off x="642938" y="944403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8" name="Text 414"/>
          <p:cNvSpPr/>
          <p:nvPr/>
        </p:nvSpPr>
        <p:spPr>
          <a:xfrm>
            <a:off x="728663" y="949166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小野本町店</a:t>
            </a:r>
            <a:endParaRPr lang="en-US" sz="825" dirty="0"/>
          </a:p>
        </p:txBody>
      </p:sp>
      <p:sp>
        <p:nvSpPr>
          <p:cNvPr id="419" name="Shape 415"/>
          <p:cNvSpPr/>
          <p:nvPr/>
        </p:nvSpPr>
        <p:spPr>
          <a:xfrm>
            <a:off x="2071688" y="944403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0" name="Text 416"/>
          <p:cNvSpPr/>
          <p:nvPr/>
        </p:nvSpPr>
        <p:spPr>
          <a:xfrm>
            <a:off x="2157413" y="949166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兵庫県小野市本町648-1</a:t>
            </a:r>
            <a:endParaRPr lang="en-US" sz="825" dirty="0"/>
          </a:p>
        </p:txBody>
      </p:sp>
      <p:sp>
        <p:nvSpPr>
          <p:cNvPr id="421" name="Shape 417"/>
          <p:cNvSpPr/>
          <p:nvPr/>
        </p:nvSpPr>
        <p:spPr>
          <a:xfrm>
            <a:off x="9891713" y="944403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2" name="Text 418"/>
          <p:cNvSpPr/>
          <p:nvPr/>
        </p:nvSpPr>
        <p:spPr>
          <a:xfrm>
            <a:off x="9920288" y="949166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23" name="Shape 419"/>
          <p:cNvSpPr/>
          <p:nvPr/>
        </p:nvSpPr>
        <p:spPr>
          <a:xfrm>
            <a:off x="10939463" y="944403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4" name="Text 420"/>
          <p:cNvSpPr/>
          <p:nvPr/>
        </p:nvSpPr>
        <p:spPr>
          <a:xfrm>
            <a:off x="10968038" y="949166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25" name="Shape 421"/>
          <p:cNvSpPr/>
          <p:nvPr/>
        </p:nvSpPr>
        <p:spPr>
          <a:xfrm>
            <a:off x="11472863" y="944403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6" name="Text 422"/>
          <p:cNvSpPr/>
          <p:nvPr/>
        </p:nvSpPr>
        <p:spPr>
          <a:xfrm>
            <a:off x="11501438" y="949166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27" name="Shape 423"/>
          <p:cNvSpPr/>
          <p:nvPr/>
        </p:nvSpPr>
        <p:spPr>
          <a:xfrm>
            <a:off x="147638" y="968692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8" name="Text 424"/>
          <p:cNvSpPr/>
          <p:nvPr/>
        </p:nvSpPr>
        <p:spPr>
          <a:xfrm>
            <a:off x="176213" y="973455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0199</a:t>
            </a:r>
            <a:endParaRPr lang="en-US" sz="825" dirty="0"/>
          </a:p>
        </p:txBody>
      </p:sp>
      <p:sp>
        <p:nvSpPr>
          <p:cNvPr id="429" name="Shape 425"/>
          <p:cNvSpPr/>
          <p:nvPr/>
        </p:nvSpPr>
        <p:spPr>
          <a:xfrm>
            <a:off x="642938" y="968692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0" name="Text 426"/>
          <p:cNvSpPr/>
          <p:nvPr/>
        </p:nvSpPr>
        <p:spPr>
          <a:xfrm>
            <a:off x="728663" y="973455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伊賀上野東店</a:t>
            </a:r>
            <a:endParaRPr lang="en-US" sz="825" dirty="0"/>
          </a:p>
        </p:txBody>
      </p:sp>
      <p:sp>
        <p:nvSpPr>
          <p:cNvPr id="431" name="Shape 427"/>
          <p:cNvSpPr/>
          <p:nvPr/>
        </p:nvSpPr>
        <p:spPr>
          <a:xfrm>
            <a:off x="2071688" y="968692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2" name="Text 428"/>
          <p:cNvSpPr/>
          <p:nvPr/>
        </p:nvSpPr>
        <p:spPr>
          <a:xfrm>
            <a:off x="2157413" y="973455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三重県伊賀市四十九町1187-1</a:t>
            </a:r>
            <a:endParaRPr lang="en-US" sz="825" dirty="0"/>
          </a:p>
        </p:txBody>
      </p:sp>
      <p:sp>
        <p:nvSpPr>
          <p:cNvPr id="433" name="Shape 429"/>
          <p:cNvSpPr/>
          <p:nvPr/>
        </p:nvSpPr>
        <p:spPr>
          <a:xfrm>
            <a:off x="9891713" y="968692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4" name="Text 430"/>
          <p:cNvSpPr/>
          <p:nvPr/>
        </p:nvSpPr>
        <p:spPr>
          <a:xfrm>
            <a:off x="9920288" y="973455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35" name="Shape 431"/>
          <p:cNvSpPr/>
          <p:nvPr/>
        </p:nvSpPr>
        <p:spPr>
          <a:xfrm>
            <a:off x="10939463" y="968692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6" name="Text 432"/>
          <p:cNvSpPr/>
          <p:nvPr/>
        </p:nvSpPr>
        <p:spPr>
          <a:xfrm>
            <a:off x="10968038" y="973455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37" name="Shape 433"/>
          <p:cNvSpPr/>
          <p:nvPr/>
        </p:nvSpPr>
        <p:spPr>
          <a:xfrm>
            <a:off x="11472863" y="968692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8" name="Text 434"/>
          <p:cNvSpPr/>
          <p:nvPr/>
        </p:nvSpPr>
        <p:spPr>
          <a:xfrm>
            <a:off x="11501438" y="973455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39" name="Shape 435"/>
          <p:cNvSpPr/>
          <p:nvPr/>
        </p:nvSpPr>
        <p:spPr>
          <a:xfrm>
            <a:off x="147638" y="992981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0" name="Text 436"/>
          <p:cNvSpPr/>
          <p:nvPr/>
        </p:nvSpPr>
        <p:spPr>
          <a:xfrm>
            <a:off x="176213" y="997743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0200</a:t>
            </a:r>
            <a:endParaRPr lang="en-US" sz="825" dirty="0"/>
          </a:p>
        </p:txBody>
      </p:sp>
      <p:sp>
        <p:nvSpPr>
          <p:cNvPr id="441" name="Shape 437"/>
          <p:cNvSpPr/>
          <p:nvPr/>
        </p:nvSpPr>
        <p:spPr>
          <a:xfrm>
            <a:off x="642938" y="992981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2" name="Text 438"/>
          <p:cNvSpPr/>
          <p:nvPr/>
        </p:nvSpPr>
        <p:spPr>
          <a:xfrm>
            <a:off x="728663" y="997743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皇子山店</a:t>
            </a:r>
            <a:endParaRPr lang="en-US" sz="825" dirty="0"/>
          </a:p>
        </p:txBody>
      </p:sp>
      <p:sp>
        <p:nvSpPr>
          <p:cNvPr id="443" name="Shape 439"/>
          <p:cNvSpPr/>
          <p:nvPr/>
        </p:nvSpPr>
        <p:spPr>
          <a:xfrm>
            <a:off x="2071688" y="992981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4" name="Text 440"/>
          <p:cNvSpPr/>
          <p:nvPr/>
        </p:nvSpPr>
        <p:spPr>
          <a:xfrm>
            <a:off x="2157413" y="997743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滋賀県大津市大門通16-47</a:t>
            </a:r>
            <a:endParaRPr lang="en-US" sz="825" dirty="0"/>
          </a:p>
        </p:txBody>
      </p:sp>
      <p:sp>
        <p:nvSpPr>
          <p:cNvPr id="445" name="Shape 441"/>
          <p:cNvSpPr/>
          <p:nvPr/>
        </p:nvSpPr>
        <p:spPr>
          <a:xfrm>
            <a:off x="9891713" y="992981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6" name="Text 442"/>
          <p:cNvSpPr/>
          <p:nvPr/>
        </p:nvSpPr>
        <p:spPr>
          <a:xfrm>
            <a:off x="9920288" y="997743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47" name="Shape 443"/>
          <p:cNvSpPr/>
          <p:nvPr/>
        </p:nvSpPr>
        <p:spPr>
          <a:xfrm>
            <a:off x="10939463" y="992981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8" name="Text 444"/>
          <p:cNvSpPr/>
          <p:nvPr/>
        </p:nvSpPr>
        <p:spPr>
          <a:xfrm>
            <a:off x="10968038" y="997743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49" name="Shape 445"/>
          <p:cNvSpPr/>
          <p:nvPr/>
        </p:nvSpPr>
        <p:spPr>
          <a:xfrm>
            <a:off x="11472863" y="992981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0" name="Text 446"/>
          <p:cNvSpPr/>
          <p:nvPr/>
        </p:nvSpPr>
        <p:spPr>
          <a:xfrm>
            <a:off x="11501438" y="997743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51" name="Shape 447"/>
          <p:cNvSpPr/>
          <p:nvPr/>
        </p:nvSpPr>
        <p:spPr>
          <a:xfrm>
            <a:off x="147638" y="1017270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2" name="Text 448"/>
          <p:cNvSpPr/>
          <p:nvPr/>
        </p:nvSpPr>
        <p:spPr>
          <a:xfrm>
            <a:off x="176213" y="1022032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0201</a:t>
            </a:r>
            <a:endParaRPr lang="en-US" sz="825" dirty="0"/>
          </a:p>
        </p:txBody>
      </p:sp>
      <p:sp>
        <p:nvSpPr>
          <p:cNvPr id="453" name="Shape 449"/>
          <p:cNvSpPr/>
          <p:nvPr/>
        </p:nvSpPr>
        <p:spPr>
          <a:xfrm>
            <a:off x="642938" y="1017270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4" name="Text 450"/>
          <p:cNvSpPr/>
          <p:nvPr/>
        </p:nvSpPr>
        <p:spPr>
          <a:xfrm>
            <a:off x="728663" y="1022032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金沢駅西店</a:t>
            </a:r>
            <a:endParaRPr lang="en-US" sz="825" dirty="0"/>
          </a:p>
        </p:txBody>
      </p:sp>
      <p:sp>
        <p:nvSpPr>
          <p:cNvPr id="455" name="Shape 451"/>
          <p:cNvSpPr/>
          <p:nvPr/>
        </p:nvSpPr>
        <p:spPr>
          <a:xfrm>
            <a:off x="2071688" y="1017270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6" name="Text 452"/>
          <p:cNvSpPr/>
          <p:nvPr/>
        </p:nvSpPr>
        <p:spPr>
          <a:xfrm>
            <a:off x="2157413" y="1022032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石川県金沢市駅西新町2-7-34</a:t>
            </a:r>
            <a:endParaRPr lang="en-US" sz="825" dirty="0"/>
          </a:p>
        </p:txBody>
      </p:sp>
      <p:sp>
        <p:nvSpPr>
          <p:cNvPr id="457" name="Shape 453"/>
          <p:cNvSpPr/>
          <p:nvPr/>
        </p:nvSpPr>
        <p:spPr>
          <a:xfrm>
            <a:off x="9891713" y="1017270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8" name="Text 454"/>
          <p:cNvSpPr/>
          <p:nvPr/>
        </p:nvSpPr>
        <p:spPr>
          <a:xfrm>
            <a:off x="9920288" y="1022032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59" name="Shape 455"/>
          <p:cNvSpPr/>
          <p:nvPr/>
        </p:nvSpPr>
        <p:spPr>
          <a:xfrm>
            <a:off x="10939463" y="1017270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0" name="Text 456"/>
          <p:cNvSpPr/>
          <p:nvPr/>
        </p:nvSpPr>
        <p:spPr>
          <a:xfrm>
            <a:off x="10968038" y="1022032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61" name="Shape 457"/>
          <p:cNvSpPr/>
          <p:nvPr/>
        </p:nvSpPr>
        <p:spPr>
          <a:xfrm>
            <a:off x="11472863" y="1017270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2" name="Text 458"/>
          <p:cNvSpPr/>
          <p:nvPr/>
        </p:nvSpPr>
        <p:spPr>
          <a:xfrm>
            <a:off x="11501438" y="1022032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63" name="Shape 459"/>
          <p:cNvSpPr/>
          <p:nvPr/>
        </p:nvSpPr>
        <p:spPr>
          <a:xfrm>
            <a:off x="147638" y="1041558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4" name="Text 460"/>
          <p:cNvSpPr/>
          <p:nvPr/>
        </p:nvSpPr>
        <p:spPr>
          <a:xfrm>
            <a:off x="176213" y="1046321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0202</a:t>
            </a:r>
            <a:endParaRPr lang="en-US" sz="825" dirty="0"/>
          </a:p>
        </p:txBody>
      </p:sp>
      <p:sp>
        <p:nvSpPr>
          <p:cNvPr id="465" name="Shape 461"/>
          <p:cNvSpPr/>
          <p:nvPr/>
        </p:nvSpPr>
        <p:spPr>
          <a:xfrm>
            <a:off x="642938" y="1041558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6" name="Text 462"/>
          <p:cNvSpPr/>
          <p:nvPr/>
        </p:nvSpPr>
        <p:spPr>
          <a:xfrm>
            <a:off x="728663" y="1046321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北花田店</a:t>
            </a:r>
            <a:endParaRPr lang="en-US" sz="825" dirty="0"/>
          </a:p>
        </p:txBody>
      </p:sp>
      <p:sp>
        <p:nvSpPr>
          <p:cNvPr id="467" name="Shape 463"/>
          <p:cNvSpPr/>
          <p:nvPr/>
        </p:nvSpPr>
        <p:spPr>
          <a:xfrm>
            <a:off x="2071688" y="1041558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8" name="Text 464"/>
          <p:cNvSpPr/>
          <p:nvPr/>
        </p:nvSpPr>
        <p:spPr>
          <a:xfrm>
            <a:off x="2157413" y="1046321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大阪府堺市北区奥本町2-10</a:t>
            </a:r>
            <a:endParaRPr lang="en-US" sz="825" dirty="0"/>
          </a:p>
        </p:txBody>
      </p:sp>
      <p:sp>
        <p:nvSpPr>
          <p:cNvPr id="469" name="Shape 465"/>
          <p:cNvSpPr/>
          <p:nvPr/>
        </p:nvSpPr>
        <p:spPr>
          <a:xfrm>
            <a:off x="9891713" y="1041558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0" name="Text 466"/>
          <p:cNvSpPr/>
          <p:nvPr/>
        </p:nvSpPr>
        <p:spPr>
          <a:xfrm>
            <a:off x="9920288" y="1046321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471" name="Shape 467"/>
          <p:cNvSpPr/>
          <p:nvPr/>
        </p:nvSpPr>
        <p:spPr>
          <a:xfrm>
            <a:off x="10939463" y="1041558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2" name="Text 468"/>
          <p:cNvSpPr/>
          <p:nvPr/>
        </p:nvSpPr>
        <p:spPr>
          <a:xfrm>
            <a:off x="10968038" y="1046321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473" name="Shape 469"/>
          <p:cNvSpPr/>
          <p:nvPr/>
        </p:nvSpPr>
        <p:spPr>
          <a:xfrm>
            <a:off x="11472863" y="1041558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4" name="Text 470"/>
          <p:cNvSpPr/>
          <p:nvPr/>
        </p:nvSpPr>
        <p:spPr>
          <a:xfrm>
            <a:off x="11501438" y="1046321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75" name="Shape 471"/>
          <p:cNvSpPr/>
          <p:nvPr/>
        </p:nvSpPr>
        <p:spPr>
          <a:xfrm>
            <a:off x="147638" y="1065847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6" name="Text 472"/>
          <p:cNvSpPr/>
          <p:nvPr/>
        </p:nvSpPr>
        <p:spPr>
          <a:xfrm>
            <a:off x="176213" y="1070610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0204</a:t>
            </a:r>
            <a:endParaRPr lang="en-US" sz="825" dirty="0"/>
          </a:p>
        </p:txBody>
      </p:sp>
      <p:sp>
        <p:nvSpPr>
          <p:cNvPr id="477" name="Shape 473"/>
          <p:cNvSpPr/>
          <p:nvPr/>
        </p:nvSpPr>
        <p:spPr>
          <a:xfrm>
            <a:off x="642938" y="1065847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8" name="Text 474"/>
          <p:cNvSpPr/>
          <p:nvPr/>
        </p:nvSpPr>
        <p:spPr>
          <a:xfrm>
            <a:off x="728663" y="1070610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上牧店</a:t>
            </a:r>
            <a:endParaRPr lang="en-US" sz="825" dirty="0"/>
          </a:p>
        </p:txBody>
      </p:sp>
      <p:sp>
        <p:nvSpPr>
          <p:cNvPr id="479" name="Shape 475"/>
          <p:cNvSpPr/>
          <p:nvPr/>
        </p:nvSpPr>
        <p:spPr>
          <a:xfrm>
            <a:off x="2071688" y="1065847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0" name="Text 476"/>
          <p:cNvSpPr/>
          <p:nvPr/>
        </p:nvSpPr>
        <p:spPr>
          <a:xfrm>
            <a:off x="2157413" y="1070610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奈良県北葛城郡上牧町上牧3390-1</a:t>
            </a:r>
            <a:endParaRPr lang="en-US" sz="825" dirty="0"/>
          </a:p>
        </p:txBody>
      </p:sp>
      <p:sp>
        <p:nvSpPr>
          <p:cNvPr id="481" name="Shape 477"/>
          <p:cNvSpPr/>
          <p:nvPr/>
        </p:nvSpPr>
        <p:spPr>
          <a:xfrm>
            <a:off x="9891713" y="1065847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2" name="Text 478"/>
          <p:cNvSpPr/>
          <p:nvPr/>
        </p:nvSpPr>
        <p:spPr>
          <a:xfrm>
            <a:off x="9920288" y="1070610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483" name="Shape 479"/>
          <p:cNvSpPr/>
          <p:nvPr/>
        </p:nvSpPr>
        <p:spPr>
          <a:xfrm>
            <a:off x="10939463" y="1065847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4" name="Text 480"/>
          <p:cNvSpPr/>
          <p:nvPr/>
        </p:nvSpPr>
        <p:spPr>
          <a:xfrm>
            <a:off x="10968038" y="1070610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485" name="Shape 481"/>
          <p:cNvSpPr/>
          <p:nvPr/>
        </p:nvSpPr>
        <p:spPr>
          <a:xfrm>
            <a:off x="11472863" y="1065847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6" name="Text 482"/>
          <p:cNvSpPr/>
          <p:nvPr/>
        </p:nvSpPr>
        <p:spPr>
          <a:xfrm>
            <a:off x="11501438" y="1070610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87" name="Shape 483"/>
          <p:cNvSpPr/>
          <p:nvPr/>
        </p:nvSpPr>
        <p:spPr>
          <a:xfrm>
            <a:off x="147638" y="1090136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8" name="Text 484"/>
          <p:cNvSpPr/>
          <p:nvPr/>
        </p:nvSpPr>
        <p:spPr>
          <a:xfrm>
            <a:off x="176213" y="1094898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0205</a:t>
            </a:r>
            <a:endParaRPr lang="en-US" sz="825" dirty="0"/>
          </a:p>
        </p:txBody>
      </p:sp>
      <p:sp>
        <p:nvSpPr>
          <p:cNvPr id="489" name="Shape 485"/>
          <p:cNvSpPr/>
          <p:nvPr/>
        </p:nvSpPr>
        <p:spPr>
          <a:xfrm>
            <a:off x="642938" y="1090136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0" name="Text 486"/>
          <p:cNvSpPr/>
          <p:nvPr/>
        </p:nvSpPr>
        <p:spPr>
          <a:xfrm>
            <a:off x="728663" y="1094898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鴨島店</a:t>
            </a:r>
            <a:endParaRPr lang="en-US" sz="825" dirty="0"/>
          </a:p>
        </p:txBody>
      </p:sp>
      <p:sp>
        <p:nvSpPr>
          <p:cNvPr id="491" name="Shape 487"/>
          <p:cNvSpPr/>
          <p:nvPr/>
        </p:nvSpPr>
        <p:spPr>
          <a:xfrm>
            <a:off x="2071688" y="1090136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2" name="Text 488"/>
          <p:cNvSpPr/>
          <p:nvPr/>
        </p:nvSpPr>
        <p:spPr>
          <a:xfrm>
            <a:off x="2157413" y="1094898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徳島県吉野川市鴨島町上下島119</a:t>
            </a:r>
            <a:endParaRPr lang="en-US" sz="825" dirty="0"/>
          </a:p>
        </p:txBody>
      </p:sp>
      <p:sp>
        <p:nvSpPr>
          <p:cNvPr id="493" name="Shape 489"/>
          <p:cNvSpPr/>
          <p:nvPr/>
        </p:nvSpPr>
        <p:spPr>
          <a:xfrm>
            <a:off x="9891713" y="1090136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4" name="Text 490"/>
          <p:cNvSpPr/>
          <p:nvPr/>
        </p:nvSpPr>
        <p:spPr>
          <a:xfrm>
            <a:off x="9920288" y="1094898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495" name="Shape 491"/>
          <p:cNvSpPr/>
          <p:nvPr/>
        </p:nvSpPr>
        <p:spPr>
          <a:xfrm>
            <a:off x="10939463" y="1090136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6" name="Text 492"/>
          <p:cNvSpPr/>
          <p:nvPr/>
        </p:nvSpPr>
        <p:spPr>
          <a:xfrm>
            <a:off x="10968038" y="1094898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497" name="Shape 493"/>
          <p:cNvSpPr/>
          <p:nvPr/>
        </p:nvSpPr>
        <p:spPr>
          <a:xfrm>
            <a:off x="11472863" y="1090136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8" name="Text 494"/>
          <p:cNvSpPr/>
          <p:nvPr/>
        </p:nvSpPr>
        <p:spPr>
          <a:xfrm>
            <a:off x="11501438" y="1094898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499" name="Shape 495"/>
          <p:cNvSpPr/>
          <p:nvPr/>
        </p:nvSpPr>
        <p:spPr>
          <a:xfrm>
            <a:off x="147638" y="1114425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0" name="Text 496"/>
          <p:cNvSpPr/>
          <p:nvPr/>
        </p:nvSpPr>
        <p:spPr>
          <a:xfrm>
            <a:off x="176213" y="1119187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0209</a:t>
            </a:r>
            <a:endParaRPr lang="en-US" sz="825" dirty="0"/>
          </a:p>
        </p:txBody>
      </p:sp>
      <p:sp>
        <p:nvSpPr>
          <p:cNvPr id="501" name="Shape 497"/>
          <p:cNvSpPr/>
          <p:nvPr/>
        </p:nvSpPr>
        <p:spPr>
          <a:xfrm>
            <a:off x="642938" y="1114425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2" name="Text 498"/>
          <p:cNvSpPr/>
          <p:nvPr/>
        </p:nvSpPr>
        <p:spPr>
          <a:xfrm>
            <a:off x="728663" y="1119187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池田神田店</a:t>
            </a:r>
            <a:endParaRPr lang="en-US" sz="825" dirty="0"/>
          </a:p>
        </p:txBody>
      </p:sp>
      <p:sp>
        <p:nvSpPr>
          <p:cNvPr id="503" name="Shape 499"/>
          <p:cNvSpPr/>
          <p:nvPr/>
        </p:nvSpPr>
        <p:spPr>
          <a:xfrm>
            <a:off x="2071688" y="1114425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4" name="Text 500"/>
          <p:cNvSpPr/>
          <p:nvPr/>
        </p:nvSpPr>
        <p:spPr>
          <a:xfrm>
            <a:off x="2157413" y="1119187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大阪府池田市神田1-1-28</a:t>
            </a:r>
            <a:endParaRPr lang="en-US" sz="825" dirty="0"/>
          </a:p>
        </p:txBody>
      </p:sp>
      <p:sp>
        <p:nvSpPr>
          <p:cNvPr id="505" name="Shape 501"/>
          <p:cNvSpPr/>
          <p:nvPr/>
        </p:nvSpPr>
        <p:spPr>
          <a:xfrm>
            <a:off x="9891713" y="1114425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6" name="Text 502"/>
          <p:cNvSpPr/>
          <p:nvPr/>
        </p:nvSpPr>
        <p:spPr>
          <a:xfrm>
            <a:off x="9920288" y="1119187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②③④⑤</a:t>
            </a:r>
            <a:endParaRPr lang="en-US" sz="825" dirty="0"/>
          </a:p>
        </p:txBody>
      </p:sp>
      <p:sp>
        <p:nvSpPr>
          <p:cNvPr id="507" name="Shape 503"/>
          <p:cNvSpPr/>
          <p:nvPr/>
        </p:nvSpPr>
        <p:spPr>
          <a:xfrm>
            <a:off x="10939463" y="1114425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8" name="Text 504"/>
          <p:cNvSpPr/>
          <p:nvPr/>
        </p:nvSpPr>
        <p:spPr>
          <a:xfrm>
            <a:off x="10968038" y="1119187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825" dirty="0"/>
          </a:p>
        </p:txBody>
      </p:sp>
      <p:sp>
        <p:nvSpPr>
          <p:cNvPr id="509" name="Shape 505"/>
          <p:cNvSpPr/>
          <p:nvPr/>
        </p:nvSpPr>
        <p:spPr>
          <a:xfrm>
            <a:off x="11472863" y="1114425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0" name="Text 506"/>
          <p:cNvSpPr/>
          <p:nvPr/>
        </p:nvSpPr>
        <p:spPr>
          <a:xfrm>
            <a:off x="11501438" y="1119187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511" name="Shape 507"/>
          <p:cNvSpPr/>
          <p:nvPr/>
        </p:nvSpPr>
        <p:spPr>
          <a:xfrm>
            <a:off x="147638" y="11387138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2" name="Text 508"/>
          <p:cNvSpPr/>
          <p:nvPr/>
        </p:nvSpPr>
        <p:spPr>
          <a:xfrm>
            <a:off x="176213" y="11434763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0215</a:t>
            </a:r>
            <a:endParaRPr lang="en-US" sz="825" dirty="0"/>
          </a:p>
        </p:txBody>
      </p:sp>
      <p:sp>
        <p:nvSpPr>
          <p:cNvPr id="513" name="Shape 509"/>
          <p:cNvSpPr/>
          <p:nvPr/>
        </p:nvSpPr>
        <p:spPr>
          <a:xfrm>
            <a:off x="642938" y="11387138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4" name="Text 510"/>
          <p:cNvSpPr/>
          <p:nvPr/>
        </p:nvSpPr>
        <p:spPr>
          <a:xfrm>
            <a:off x="728663" y="11434763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守山梅田店</a:t>
            </a:r>
            <a:endParaRPr lang="en-US" sz="825" dirty="0"/>
          </a:p>
        </p:txBody>
      </p:sp>
      <p:sp>
        <p:nvSpPr>
          <p:cNvPr id="515" name="Shape 511"/>
          <p:cNvSpPr/>
          <p:nvPr/>
        </p:nvSpPr>
        <p:spPr>
          <a:xfrm>
            <a:off x="2071688" y="11387138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6" name="Text 512"/>
          <p:cNvSpPr/>
          <p:nvPr/>
        </p:nvSpPr>
        <p:spPr>
          <a:xfrm>
            <a:off x="2157413" y="11434763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滋賀県守山市梅田町11-19</a:t>
            </a:r>
            <a:endParaRPr lang="en-US" sz="825" dirty="0"/>
          </a:p>
        </p:txBody>
      </p:sp>
      <p:sp>
        <p:nvSpPr>
          <p:cNvPr id="517" name="Shape 513"/>
          <p:cNvSpPr/>
          <p:nvPr/>
        </p:nvSpPr>
        <p:spPr>
          <a:xfrm>
            <a:off x="9891713" y="11387138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8" name="Text 514"/>
          <p:cNvSpPr/>
          <p:nvPr/>
        </p:nvSpPr>
        <p:spPr>
          <a:xfrm>
            <a:off x="9920288" y="11434763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519" name="Shape 515"/>
          <p:cNvSpPr/>
          <p:nvPr/>
        </p:nvSpPr>
        <p:spPr>
          <a:xfrm>
            <a:off x="10939463" y="11387138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0" name="Text 516"/>
          <p:cNvSpPr/>
          <p:nvPr/>
        </p:nvSpPr>
        <p:spPr>
          <a:xfrm>
            <a:off x="10968038" y="11434763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21" name="Shape 517"/>
          <p:cNvSpPr/>
          <p:nvPr/>
        </p:nvSpPr>
        <p:spPr>
          <a:xfrm>
            <a:off x="11472863" y="11387138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2" name="Text 518"/>
          <p:cNvSpPr/>
          <p:nvPr/>
        </p:nvSpPr>
        <p:spPr>
          <a:xfrm>
            <a:off x="11501438" y="11434763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523" name="Shape 519"/>
          <p:cNvSpPr/>
          <p:nvPr/>
        </p:nvSpPr>
        <p:spPr>
          <a:xfrm>
            <a:off x="147638" y="11630025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4" name="Text 520"/>
          <p:cNvSpPr/>
          <p:nvPr/>
        </p:nvSpPr>
        <p:spPr>
          <a:xfrm>
            <a:off x="176213" y="11677650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0237</a:t>
            </a:r>
            <a:endParaRPr lang="en-US" sz="825" dirty="0"/>
          </a:p>
        </p:txBody>
      </p:sp>
      <p:sp>
        <p:nvSpPr>
          <p:cNvPr id="525" name="Shape 521"/>
          <p:cNvSpPr/>
          <p:nvPr/>
        </p:nvSpPr>
        <p:spPr>
          <a:xfrm>
            <a:off x="642938" y="11630025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6" name="Text 522"/>
          <p:cNvSpPr/>
          <p:nvPr/>
        </p:nvSpPr>
        <p:spPr>
          <a:xfrm>
            <a:off x="728663" y="11677650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北島店</a:t>
            </a:r>
            <a:endParaRPr lang="en-US" sz="825" dirty="0"/>
          </a:p>
        </p:txBody>
      </p:sp>
      <p:sp>
        <p:nvSpPr>
          <p:cNvPr id="527" name="Shape 523"/>
          <p:cNvSpPr/>
          <p:nvPr/>
        </p:nvSpPr>
        <p:spPr>
          <a:xfrm>
            <a:off x="2071688" y="11630025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8" name="Text 524"/>
          <p:cNvSpPr/>
          <p:nvPr/>
        </p:nvSpPr>
        <p:spPr>
          <a:xfrm>
            <a:off x="2157413" y="11677650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徳島県板野郡北島町江尻字松ノ本25-1</a:t>
            </a:r>
            <a:endParaRPr lang="en-US" sz="825" dirty="0"/>
          </a:p>
        </p:txBody>
      </p:sp>
      <p:sp>
        <p:nvSpPr>
          <p:cNvPr id="529" name="Shape 525"/>
          <p:cNvSpPr/>
          <p:nvPr/>
        </p:nvSpPr>
        <p:spPr>
          <a:xfrm>
            <a:off x="9891713" y="11630025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0" name="Text 526"/>
          <p:cNvSpPr/>
          <p:nvPr/>
        </p:nvSpPr>
        <p:spPr>
          <a:xfrm>
            <a:off x="9920288" y="11677650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531" name="Shape 527"/>
          <p:cNvSpPr/>
          <p:nvPr/>
        </p:nvSpPr>
        <p:spPr>
          <a:xfrm>
            <a:off x="10939463" y="11630025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2" name="Text 528"/>
          <p:cNvSpPr/>
          <p:nvPr/>
        </p:nvSpPr>
        <p:spPr>
          <a:xfrm>
            <a:off x="10968038" y="11677650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33" name="Shape 529"/>
          <p:cNvSpPr/>
          <p:nvPr/>
        </p:nvSpPr>
        <p:spPr>
          <a:xfrm>
            <a:off x="11472863" y="11630025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4" name="Text 530"/>
          <p:cNvSpPr/>
          <p:nvPr/>
        </p:nvSpPr>
        <p:spPr>
          <a:xfrm>
            <a:off x="11501438" y="11677650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535" name="Shape 531"/>
          <p:cNvSpPr/>
          <p:nvPr/>
        </p:nvSpPr>
        <p:spPr>
          <a:xfrm>
            <a:off x="147638" y="11872913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6" name="Text 532"/>
          <p:cNvSpPr/>
          <p:nvPr/>
        </p:nvSpPr>
        <p:spPr>
          <a:xfrm>
            <a:off x="176213" y="11920538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0246</a:t>
            </a:r>
            <a:endParaRPr lang="en-US" sz="825" dirty="0"/>
          </a:p>
        </p:txBody>
      </p:sp>
      <p:sp>
        <p:nvSpPr>
          <p:cNvPr id="537" name="Shape 533"/>
          <p:cNvSpPr/>
          <p:nvPr/>
        </p:nvSpPr>
        <p:spPr>
          <a:xfrm>
            <a:off x="642938" y="11872913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8" name="Text 534"/>
          <p:cNvSpPr/>
          <p:nvPr/>
        </p:nvSpPr>
        <p:spPr>
          <a:xfrm>
            <a:off x="728663" y="11920538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高田神楽店</a:t>
            </a:r>
            <a:endParaRPr lang="en-US" sz="825" dirty="0"/>
          </a:p>
        </p:txBody>
      </p:sp>
      <p:sp>
        <p:nvSpPr>
          <p:cNvPr id="539" name="Shape 535"/>
          <p:cNvSpPr/>
          <p:nvPr/>
        </p:nvSpPr>
        <p:spPr>
          <a:xfrm>
            <a:off x="2071688" y="11872913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0" name="Text 536"/>
          <p:cNvSpPr/>
          <p:nvPr/>
        </p:nvSpPr>
        <p:spPr>
          <a:xfrm>
            <a:off x="2157413" y="11920538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奈良県大和高田市大字神楽25番1</a:t>
            </a:r>
            <a:endParaRPr lang="en-US" sz="825" dirty="0"/>
          </a:p>
        </p:txBody>
      </p:sp>
      <p:sp>
        <p:nvSpPr>
          <p:cNvPr id="541" name="Shape 537"/>
          <p:cNvSpPr/>
          <p:nvPr/>
        </p:nvSpPr>
        <p:spPr>
          <a:xfrm>
            <a:off x="9891713" y="11872913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2" name="Text 538"/>
          <p:cNvSpPr/>
          <p:nvPr/>
        </p:nvSpPr>
        <p:spPr>
          <a:xfrm>
            <a:off x="9920288" y="11920538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543" name="Shape 539"/>
          <p:cNvSpPr/>
          <p:nvPr/>
        </p:nvSpPr>
        <p:spPr>
          <a:xfrm>
            <a:off x="10939463" y="11872913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4" name="Text 540"/>
          <p:cNvSpPr/>
          <p:nvPr/>
        </p:nvSpPr>
        <p:spPr>
          <a:xfrm>
            <a:off x="10968038" y="11920538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45" name="Shape 541"/>
          <p:cNvSpPr/>
          <p:nvPr/>
        </p:nvSpPr>
        <p:spPr>
          <a:xfrm>
            <a:off x="11472863" y="11872913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6" name="Text 542"/>
          <p:cNvSpPr/>
          <p:nvPr/>
        </p:nvSpPr>
        <p:spPr>
          <a:xfrm>
            <a:off x="11501438" y="11920538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  <p:sp>
        <p:nvSpPr>
          <p:cNvPr id="547" name="Shape 543"/>
          <p:cNvSpPr/>
          <p:nvPr/>
        </p:nvSpPr>
        <p:spPr>
          <a:xfrm>
            <a:off x="147638" y="12115800"/>
            <a:ext cx="4953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8" name="Text 544"/>
          <p:cNvSpPr/>
          <p:nvPr/>
        </p:nvSpPr>
        <p:spPr>
          <a:xfrm>
            <a:off x="176213" y="12163425"/>
            <a:ext cx="4381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7C8894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0285</a:t>
            </a:r>
            <a:endParaRPr lang="en-US" sz="825" dirty="0"/>
          </a:p>
        </p:txBody>
      </p:sp>
      <p:sp>
        <p:nvSpPr>
          <p:cNvPr id="549" name="Shape 545"/>
          <p:cNvSpPr/>
          <p:nvPr/>
        </p:nvSpPr>
        <p:spPr>
          <a:xfrm>
            <a:off x="642938" y="12115800"/>
            <a:ext cx="1428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0" name="Text 546"/>
          <p:cNvSpPr/>
          <p:nvPr/>
        </p:nvSpPr>
        <p:spPr>
          <a:xfrm>
            <a:off x="728663" y="12163425"/>
            <a:ext cx="13335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額新保店</a:t>
            </a:r>
            <a:endParaRPr lang="en-US" sz="825" dirty="0"/>
          </a:p>
        </p:txBody>
      </p:sp>
      <p:sp>
        <p:nvSpPr>
          <p:cNvPr id="551" name="Shape 547"/>
          <p:cNvSpPr/>
          <p:nvPr/>
        </p:nvSpPr>
        <p:spPr>
          <a:xfrm>
            <a:off x="2071688" y="12115800"/>
            <a:ext cx="7820025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2" name="Text 548"/>
          <p:cNvSpPr/>
          <p:nvPr/>
        </p:nvSpPr>
        <p:spPr>
          <a:xfrm>
            <a:off x="2157413" y="12163425"/>
            <a:ext cx="788317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A657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石川県金沢市額新保2-279</a:t>
            </a:r>
            <a:endParaRPr lang="en-US" sz="825" dirty="0"/>
          </a:p>
        </p:txBody>
      </p:sp>
      <p:sp>
        <p:nvSpPr>
          <p:cNvPr id="553" name="Shape 549"/>
          <p:cNvSpPr/>
          <p:nvPr/>
        </p:nvSpPr>
        <p:spPr>
          <a:xfrm>
            <a:off x="9891713" y="12115800"/>
            <a:ext cx="104775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4" name="Text 550"/>
          <p:cNvSpPr/>
          <p:nvPr/>
        </p:nvSpPr>
        <p:spPr>
          <a:xfrm>
            <a:off x="9920288" y="12163425"/>
            <a:ext cx="9906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kern="0" spc="41" dirty="0">
                <a:solidFill>
                  <a:srgbClr val="21734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①②③④⑤</a:t>
            </a:r>
            <a:endParaRPr lang="en-US" sz="825" dirty="0"/>
          </a:p>
        </p:txBody>
      </p:sp>
      <p:sp>
        <p:nvSpPr>
          <p:cNvPr id="555" name="Shape 551"/>
          <p:cNvSpPr/>
          <p:nvPr/>
        </p:nvSpPr>
        <p:spPr>
          <a:xfrm>
            <a:off x="10939463" y="12115800"/>
            <a:ext cx="5334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6" name="Text 552"/>
          <p:cNvSpPr/>
          <p:nvPr/>
        </p:nvSpPr>
        <p:spPr>
          <a:xfrm>
            <a:off x="10968038" y="12163425"/>
            <a:ext cx="476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825" dirty="0"/>
          </a:p>
        </p:txBody>
      </p:sp>
      <p:sp>
        <p:nvSpPr>
          <p:cNvPr id="557" name="Shape 553"/>
          <p:cNvSpPr/>
          <p:nvPr/>
        </p:nvSpPr>
        <p:spPr>
          <a:xfrm>
            <a:off x="11472863" y="12115800"/>
            <a:ext cx="952500" cy="242888"/>
          </a:xfrm>
          <a:prstGeom prst="rect">
            <a:avLst/>
          </a:prstGeom>
          <a:ln w="9525">
            <a:solidFill>
              <a:srgbClr val="DBE1E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8" name="Text 554"/>
          <p:cNvSpPr/>
          <p:nvPr/>
        </p:nvSpPr>
        <p:spPr>
          <a:xfrm>
            <a:off x="11501438" y="12163425"/>
            <a:ext cx="8953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1F273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2026/01/24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Macintosh PowerPoint</Application>
  <PresentationFormat>ユーザー設定</PresentationFormat>
  <Paragraphs>599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Hiragino Kaku Gothic ProN</vt:lpstr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Yuuka Nishijima</cp:lastModifiedBy>
  <cp:revision>2</cp:revision>
  <dcterms:created xsi:type="dcterms:W3CDTF">2026-07-03T02:24:07Z</dcterms:created>
  <dcterms:modified xsi:type="dcterms:W3CDTF">2026-07-11T02:43:29Z</dcterms:modified>
</cp:coreProperties>
</file>